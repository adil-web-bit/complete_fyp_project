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5D0BA0-2A38-42BB-BA78-2DA8FA24E6B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A567A7-1435-4E91-8DB5-5B265F4F3965}">
      <dgm:prSet/>
      <dgm:spPr/>
      <dgm:t>
        <a:bodyPr/>
        <a:lstStyle/>
        <a:p>
          <a:r>
            <a:rPr lang="en-US" b="0" i="0" baseline="0"/>
            <a:t>In today’s digital world, </a:t>
          </a:r>
          <a:r>
            <a:rPr lang="en-US" b="1" i="0" baseline="0"/>
            <a:t>mental health and emotions</a:t>
          </a:r>
          <a:r>
            <a:rPr lang="en-US" b="0" i="0" baseline="0"/>
            <a:t> are very important</a:t>
          </a:r>
          <a:endParaRPr lang="en-US"/>
        </a:p>
      </dgm:t>
    </dgm:pt>
    <dgm:pt modelId="{19F28CCB-DBA1-42D9-8B64-41D8B0FFB9DA}" type="parTrans" cxnId="{390FB35B-F508-4A19-ACC9-5CA964BACD64}">
      <dgm:prSet/>
      <dgm:spPr/>
      <dgm:t>
        <a:bodyPr/>
        <a:lstStyle/>
        <a:p>
          <a:endParaRPr lang="en-US"/>
        </a:p>
      </dgm:t>
    </dgm:pt>
    <dgm:pt modelId="{8B65A9C5-D581-4274-8FE3-95B29C9BF601}" type="sibTrans" cxnId="{390FB35B-F508-4A19-ACC9-5CA964BACD64}">
      <dgm:prSet/>
      <dgm:spPr/>
      <dgm:t>
        <a:bodyPr/>
        <a:lstStyle/>
        <a:p>
          <a:endParaRPr lang="en-US"/>
        </a:p>
      </dgm:t>
    </dgm:pt>
    <dgm:pt modelId="{7703342C-D0FB-44CC-903C-E5C31C6736E4}">
      <dgm:prSet/>
      <dgm:spPr/>
      <dgm:t>
        <a:bodyPr/>
        <a:lstStyle/>
        <a:p>
          <a:r>
            <a:rPr lang="en-US" b="0" i="0" baseline="0"/>
            <a:t>Stress, anxiety, and depression are increasing</a:t>
          </a:r>
          <a:endParaRPr lang="en-US"/>
        </a:p>
      </dgm:t>
    </dgm:pt>
    <dgm:pt modelId="{FF431C79-3FEC-49FD-AE12-1072B36047A9}" type="parTrans" cxnId="{527B236B-02C9-4F06-AC4A-F4670585D3C5}">
      <dgm:prSet/>
      <dgm:spPr/>
      <dgm:t>
        <a:bodyPr/>
        <a:lstStyle/>
        <a:p>
          <a:endParaRPr lang="en-US"/>
        </a:p>
      </dgm:t>
    </dgm:pt>
    <dgm:pt modelId="{D0945F50-509F-4080-9A1A-FDB77BC90B1D}" type="sibTrans" cxnId="{527B236B-02C9-4F06-AC4A-F4670585D3C5}">
      <dgm:prSet/>
      <dgm:spPr/>
      <dgm:t>
        <a:bodyPr/>
        <a:lstStyle/>
        <a:p>
          <a:endParaRPr lang="en-US"/>
        </a:p>
      </dgm:t>
    </dgm:pt>
    <dgm:pt modelId="{7EEBC3C7-5DA5-46BD-82AB-999A1F293C24}">
      <dgm:prSet/>
      <dgm:spPr/>
      <dgm:t>
        <a:bodyPr/>
        <a:lstStyle/>
        <a:p>
          <a:r>
            <a:rPr lang="en-US" b="0" i="0" baseline="0"/>
            <a:t>Human emotions directly affect </a:t>
          </a:r>
          <a:r>
            <a:rPr lang="en-US" b="1" i="0" baseline="0"/>
            <a:t>behavior, decision-making, and performance</a:t>
          </a:r>
          <a:endParaRPr lang="en-US"/>
        </a:p>
      </dgm:t>
    </dgm:pt>
    <dgm:pt modelId="{1A6DE226-65F7-4750-ADC0-D0761EB9AF58}" type="parTrans" cxnId="{B5C4D93E-A3B4-4E9B-B87D-A73FF8EA74B0}">
      <dgm:prSet/>
      <dgm:spPr/>
      <dgm:t>
        <a:bodyPr/>
        <a:lstStyle/>
        <a:p>
          <a:endParaRPr lang="en-US"/>
        </a:p>
      </dgm:t>
    </dgm:pt>
    <dgm:pt modelId="{2A274C34-0BDC-4F49-BD3B-1B0FB5718E22}" type="sibTrans" cxnId="{B5C4D93E-A3B4-4E9B-B87D-A73FF8EA74B0}">
      <dgm:prSet/>
      <dgm:spPr/>
      <dgm:t>
        <a:bodyPr/>
        <a:lstStyle/>
        <a:p>
          <a:endParaRPr lang="en-US"/>
        </a:p>
      </dgm:t>
    </dgm:pt>
    <dgm:pt modelId="{14F845A6-AE4F-4F9F-94A3-5EF24FE67C33}" type="pres">
      <dgm:prSet presAssocID="{2B5D0BA0-2A38-42BB-BA78-2DA8FA24E6B8}" presName="root" presStyleCnt="0">
        <dgm:presLayoutVars>
          <dgm:dir/>
          <dgm:resizeHandles val="exact"/>
        </dgm:presLayoutVars>
      </dgm:prSet>
      <dgm:spPr/>
    </dgm:pt>
    <dgm:pt modelId="{8DDED868-B110-4407-A1FA-597C1A3F0AC0}" type="pres">
      <dgm:prSet presAssocID="{00A567A7-1435-4E91-8DB5-5B265F4F3965}" presName="compNode" presStyleCnt="0"/>
      <dgm:spPr/>
    </dgm:pt>
    <dgm:pt modelId="{F8D4F00B-2CA7-40B1-8B57-A86DA30DAA62}" type="pres">
      <dgm:prSet presAssocID="{00A567A7-1435-4E91-8DB5-5B265F4F39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1398E6F-6FE6-4DE9-A8B6-3C4E9882F862}" type="pres">
      <dgm:prSet presAssocID="{00A567A7-1435-4E91-8DB5-5B265F4F3965}" presName="spaceRect" presStyleCnt="0"/>
      <dgm:spPr/>
    </dgm:pt>
    <dgm:pt modelId="{68233EE3-060C-49AF-A850-6EC4504AA0AC}" type="pres">
      <dgm:prSet presAssocID="{00A567A7-1435-4E91-8DB5-5B265F4F3965}" presName="textRect" presStyleLbl="revTx" presStyleIdx="0" presStyleCnt="3">
        <dgm:presLayoutVars>
          <dgm:chMax val="1"/>
          <dgm:chPref val="1"/>
        </dgm:presLayoutVars>
      </dgm:prSet>
      <dgm:spPr/>
    </dgm:pt>
    <dgm:pt modelId="{00ACA20C-EB06-404D-A6E6-8323BABA617D}" type="pres">
      <dgm:prSet presAssocID="{8B65A9C5-D581-4274-8FE3-95B29C9BF601}" presName="sibTrans" presStyleCnt="0"/>
      <dgm:spPr/>
    </dgm:pt>
    <dgm:pt modelId="{669332BD-3E32-47F4-95D7-46F0E979CB3B}" type="pres">
      <dgm:prSet presAssocID="{7703342C-D0FB-44CC-903C-E5C31C6736E4}" presName="compNode" presStyleCnt="0"/>
      <dgm:spPr/>
    </dgm:pt>
    <dgm:pt modelId="{33AD3CAC-6871-4F90-9447-E08FB515B9DF}" type="pres">
      <dgm:prSet presAssocID="{7703342C-D0FB-44CC-903C-E5C31C6736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ried Face with No Fill"/>
        </a:ext>
      </dgm:extLst>
    </dgm:pt>
    <dgm:pt modelId="{61774878-9A5D-4487-8637-7BE9F5D749A4}" type="pres">
      <dgm:prSet presAssocID="{7703342C-D0FB-44CC-903C-E5C31C6736E4}" presName="spaceRect" presStyleCnt="0"/>
      <dgm:spPr/>
    </dgm:pt>
    <dgm:pt modelId="{79F802E0-0A14-48A0-9BE2-3C58A55F54C9}" type="pres">
      <dgm:prSet presAssocID="{7703342C-D0FB-44CC-903C-E5C31C6736E4}" presName="textRect" presStyleLbl="revTx" presStyleIdx="1" presStyleCnt="3">
        <dgm:presLayoutVars>
          <dgm:chMax val="1"/>
          <dgm:chPref val="1"/>
        </dgm:presLayoutVars>
      </dgm:prSet>
      <dgm:spPr/>
    </dgm:pt>
    <dgm:pt modelId="{34E0AFF0-8EC8-4421-AE7E-AA7E896A7584}" type="pres">
      <dgm:prSet presAssocID="{D0945F50-509F-4080-9A1A-FDB77BC90B1D}" presName="sibTrans" presStyleCnt="0"/>
      <dgm:spPr/>
    </dgm:pt>
    <dgm:pt modelId="{50B4BAF2-DCFF-465A-82C4-9CB0F871152D}" type="pres">
      <dgm:prSet presAssocID="{7EEBC3C7-5DA5-46BD-82AB-999A1F293C24}" presName="compNode" presStyleCnt="0"/>
      <dgm:spPr/>
    </dgm:pt>
    <dgm:pt modelId="{737C92DE-D406-436F-9E9C-B21B538C853A}" type="pres">
      <dgm:prSet presAssocID="{7EEBC3C7-5DA5-46BD-82AB-999A1F293C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nny Face Outline"/>
        </a:ext>
      </dgm:extLst>
    </dgm:pt>
    <dgm:pt modelId="{DE455DEE-4DC9-470E-BD2A-DC14FF403A07}" type="pres">
      <dgm:prSet presAssocID="{7EEBC3C7-5DA5-46BD-82AB-999A1F293C24}" presName="spaceRect" presStyleCnt="0"/>
      <dgm:spPr/>
    </dgm:pt>
    <dgm:pt modelId="{09E7FE62-6F6F-4D6A-82C9-44E5C85730AE}" type="pres">
      <dgm:prSet presAssocID="{7EEBC3C7-5DA5-46BD-82AB-999A1F293C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0B30C15-FB54-4A7B-A6B3-E467DCE4889A}" type="presOf" srcId="{7EEBC3C7-5DA5-46BD-82AB-999A1F293C24}" destId="{09E7FE62-6F6F-4D6A-82C9-44E5C85730AE}" srcOrd="0" destOrd="0" presId="urn:microsoft.com/office/officeart/2018/2/layout/IconLabelList"/>
    <dgm:cxn modelId="{8C0A8A17-93F0-49D3-ADA2-C4DF96E1CE45}" type="presOf" srcId="{7703342C-D0FB-44CC-903C-E5C31C6736E4}" destId="{79F802E0-0A14-48A0-9BE2-3C58A55F54C9}" srcOrd="0" destOrd="0" presId="urn:microsoft.com/office/officeart/2018/2/layout/IconLabelList"/>
    <dgm:cxn modelId="{B5C4D93E-A3B4-4E9B-B87D-A73FF8EA74B0}" srcId="{2B5D0BA0-2A38-42BB-BA78-2DA8FA24E6B8}" destId="{7EEBC3C7-5DA5-46BD-82AB-999A1F293C24}" srcOrd="2" destOrd="0" parTransId="{1A6DE226-65F7-4750-ADC0-D0761EB9AF58}" sibTransId="{2A274C34-0BDC-4F49-BD3B-1B0FB5718E22}"/>
    <dgm:cxn modelId="{390FB35B-F508-4A19-ACC9-5CA964BACD64}" srcId="{2B5D0BA0-2A38-42BB-BA78-2DA8FA24E6B8}" destId="{00A567A7-1435-4E91-8DB5-5B265F4F3965}" srcOrd="0" destOrd="0" parTransId="{19F28CCB-DBA1-42D9-8B64-41D8B0FFB9DA}" sibTransId="{8B65A9C5-D581-4274-8FE3-95B29C9BF601}"/>
    <dgm:cxn modelId="{527B236B-02C9-4F06-AC4A-F4670585D3C5}" srcId="{2B5D0BA0-2A38-42BB-BA78-2DA8FA24E6B8}" destId="{7703342C-D0FB-44CC-903C-E5C31C6736E4}" srcOrd="1" destOrd="0" parTransId="{FF431C79-3FEC-49FD-AE12-1072B36047A9}" sibTransId="{D0945F50-509F-4080-9A1A-FDB77BC90B1D}"/>
    <dgm:cxn modelId="{E121E578-4ED5-4786-AF35-69C62DD0BB8B}" type="presOf" srcId="{2B5D0BA0-2A38-42BB-BA78-2DA8FA24E6B8}" destId="{14F845A6-AE4F-4F9F-94A3-5EF24FE67C33}" srcOrd="0" destOrd="0" presId="urn:microsoft.com/office/officeart/2018/2/layout/IconLabelList"/>
    <dgm:cxn modelId="{DFFD72F9-1D73-4D8F-8F35-114CFBF9EFC9}" type="presOf" srcId="{00A567A7-1435-4E91-8DB5-5B265F4F3965}" destId="{68233EE3-060C-49AF-A850-6EC4504AA0AC}" srcOrd="0" destOrd="0" presId="urn:microsoft.com/office/officeart/2018/2/layout/IconLabelList"/>
    <dgm:cxn modelId="{157218E4-BEC4-4D7F-97EE-313C8F1DE0DD}" type="presParOf" srcId="{14F845A6-AE4F-4F9F-94A3-5EF24FE67C33}" destId="{8DDED868-B110-4407-A1FA-597C1A3F0AC0}" srcOrd="0" destOrd="0" presId="urn:microsoft.com/office/officeart/2018/2/layout/IconLabelList"/>
    <dgm:cxn modelId="{33E7C1C1-92E1-4ED8-A25D-46700EDC098B}" type="presParOf" srcId="{8DDED868-B110-4407-A1FA-597C1A3F0AC0}" destId="{F8D4F00B-2CA7-40B1-8B57-A86DA30DAA62}" srcOrd="0" destOrd="0" presId="urn:microsoft.com/office/officeart/2018/2/layout/IconLabelList"/>
    <dgm:cxn modelId="{CEE49397-D648-47C9-9AA5-7E63C4D2CB94}" type="presParOf" srcId="{8DDED868-B110-4407-A1FA-597C1A3F0AC0}" destId="{D1398E6F-6FE6-4DE9-A8B6-3C4E9882F862}" srcOrd="1" destOrd="0" presId="urn:microsoft.com/office/officeart/2018/2/layout/IconLabelList"/>
    <dgm:cxn modelId="{C43F05F3-0B91-4002-89C3-10D64EC09773}" type="presParOf" srcId="{8DDED868-B110-4407-A1FA-597C1A3F0AC0}" destId="{68233EE3-060C-49AF-A850-6EC4504AA0AC}" srcOrd="2" destOrd="0" presId="urn:microsoft.com/office/officeart/2018/2/layout/IconLabelList"/>
    <dgm:cxn modelId="{478589C0-AE83-45CE-AA86-8FFF6F86C0D2}" type="presParOf" srcId="{14F845A6-AE4F-4F9F-94A3-5EF24FE67C33}" destId="{00ACA20C-EB06-404D-A6E6-8323BABA617D}" srcOrd="1" destOrd="0" presId="urn:microsoft.com/office/officeart/2018/2/layout/IconLabelList"/>
    <dgm:cxn modelId="{1DB42EDE-CB2F-4AA4-93B2-8D5B365C0B1F}" type="presParOf" srcId="{14F845A6-AE4F-4F9F-94A3-5EF24FE67C33}" destId="{669332BD-3E32-47F4-95D7-46F0E979CB3B}" srcOrd="2" destOrd="0" presId="urn:microsoft.com/office/officeart/2018/2/layout/IconLabelList"/>
    <dgm:cxn modelId="{1C081E79-EA5C-40B6-A167-6DF304CC65C5}" type="presParOf" srcId="{669332BD-3E32-47F4-95D7-46F0E979CB3B}" destId="{33AD3CAC-6871-4F90-9447-E08FB515B9DF}" srcOrd="0" destOrd="0" presId="urn:microsoft.com/office/officeart/2018/2/layout/IconLabelList"/>
    <dgm:cxn modelId="{5BA4AD61-EB2D-4F4F-BAFE-68E3B53B116B}" type="presParOf" srcId="{669332BD-3E32-47F4-95D7-46F0E979CB3B}" destId="{61774878-9A5D-4487-8637-7BE9F5D749A4}" srcOrd="1" destOrd="0" presId="urn:microsoft.com/office/officeart/2018/2/layout/IconLabelList"/>
    <dgm:cxn modelId="{397115F4-06AB-4269-8B76-3C4778A3E710}" type="presParOf" srcId="{669332BD-3E32-47F4-95D7-46F0E979CB3B}" destId="{79F802E0-0A14-48A0-9BE2-3C58A55F54C9}" srcOrd="2" destOrd="0" presId="urn:microsoft.com/office/officeart/2018/2/layout/IconLabelList"/>
    <dgm:cxn modelId="{00CEFC7B-9734-4931-B698-BDA8C9303BD4}" type="presParOf" srcId="{14F845A6-AE4F-4F9F-94A3-5EF24FE67C33}" destId="{34E0AFF0-8EC8-4421-AE7E-AA7E896A7584}" srcOrd="3" destOrd="0" presId="urn:microsoft.com/office/officeart/2018/2/layout/IconLabelList"/>
    <dgm:cxn modelId="{E01B6616-CD7B-4171-B3C5-BCC558E52066}" type="presParOf" srcId="{14F845A6-AE4F-4F9F-94A3-5EF24FE67C33}" destId="{50B4BAF2-DCFF-465A-82C4-9CB0F871152D}" srcOrd="4" destOrd="0" presId="urn:microsoft.com/office/officeart/2018/2/layout/IconLabelList"/>
    <dgm:cxn modelId="{7ACE221C-83A3-4585-B5E3-9E9E9ACAF6EB}" type="presParOf" srcId="{50B4BAF2-DCFF-465A-82C4-9CB0F871152D}" destId="{737C92DE-D406-436F-9E9C-B21B538C853A}" srcOrd="0" destOrd="0" presId="urn:microsoft.com/office/officeart/2018/2/layout/IconLabelList"/>
    <dgm:cxn modelId="{7423FD6A-BD35-4B7F-8D2F-355C0696FBEE}" type="presParOf" srcId="{50B4BAF2-DCFF-465A-82C4-9CB0F871152D}" destId="{DE455DEE-4DC9-470E-BD2A-DC14FF403A07}" srcOrd="1" destOrd="0" presId="urn:microsoft.com/office/officeart/2018/2/layout/IconLabelList"/>
    <dgm:cxn modelId="{9C91159C-7A51-4738-82E9-A54D32676B97}" type="presParOf" srcId="{50B4BAF2-DCFF-465A-82C4-9CB0F871152D}" destId="{09E7FE62-6F6F-4D6A-82C9-44E5C85730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2B30F6-2005-4081-A2B7-32814A5E36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368471-74D0-4C62-AFC6-FCF6029592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Human express emotions through:</a:t>
          </a:r>
          <a:endParaRPr lang="en-US" dirty="0"/>
        </a:p>
      </dgm:t>
    </dgm:pt>
    <dgm:pt modelId="{19C3A670-7F80-40CB-9D88-C7371821AEB7}" type="parTrans" cxnId="{6CAEFFCC-1540-48C0-B2F2-26D0E9763C62}">
      <dgm:prSet/>
      <dgm:spPr/>
      <dgm:t>
        <a:bodyPr/>
        <a:lstStyle/>
        <a:p>
          <a:endParaRPr lang="en-US"/>
        </a:p>
      </dgm:t>
    </dgm:pt>
    <dgm:pt modelId="{1CDC7FED-4DB2-4F8F-9E30-26B8C47121CC}" type="sibTrans" cxnId="{6CAEFFCC-1540-48C0-B2F2-26D0E9763C62}">
      <dgm:prSet/>
      <dgm:spPr/>
      <dgm:t>
        <a:bodyPr/>
        <a:lstStyle/>
        <a:p>
          <a:endParaRPr lang="en-US"/>
        </a:p>
      </dgm:t>
    </dgm:pt>
    <dgm:pt modelId="{B7634F2C-1356-4CC9-B16F-E9BAB14DBF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Facial expressions</a:t>
          </a:r>
          <a:endParaRPr lang="en-US"/>
        </a:p>
      </dgm:t>
    </dgm:pt>
    <dgm:pt modelId="{5818F193-5A85-42DD-AA8B-727FB7C54645}" type="parTrans" cxnId="{31899C19-AA08-4247-B781-CCD08652E313}">
      <dgm:prSet/>
      <dgm:spPr/>
      <dgm:t>
        <a:bodyPr/>
        <a:lstStyle/>
        <a:p>
          <a:endParaRPr lang="en-US"/>
        </a:p>
      </dgm:t>
    </dgm:pt>
    <dgm:pt modelId="{C09D93B4-91BF-4C65-86CB-293D08634869}" type="sibTrans" cxnId="{31899C19-AA08-4247-B781-CCD08652E313}">
      <dgm:prSet/>
      <dgm:spPr/>
      <dgm:t>
        <a:bodyPr/>
        <a:lstStyle/>
        <a:p>
          <a:endParaRPr lang="en-US"/>
        </a:p>
      </dgm:t>
    </dgm:pt>
    <dgm:pt modelId="{B76C4848-7ED4-489E-B46A-53A77C13D0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Voice tone</a:t>
          </a:r>
          <a:endParaRPr lang="en-US"/>
        </a:p>
      </dgm:t>
    </dgm:pt>
    <dgm:pt modelId="{F8AFECA0-80A9-4105-A036-6CE5AC9612F2}" type="parTrans" cxnId="{65F8AFDF-A76C-43B9-9AE8-46FDE406F137}">
      <dgm:prSet/>
      <dgm:spPr/>
      <dgm:t>
        <a:bodyPr/>
        <a:lstStyle/>
        <a:p>
          <a:endParaRPr lang="en-US"/>
        </a:p>
      </dgm:t>
    </dgm:pt>
    <dgm:pt modelId="{54A3C381-679F-4934-B77A-A28030AF1B70}" type="sibTrans" cxnId="{65F8AFDF-A76C-43B9-9AE8-46FDE406F137}">
      <dgm:prSet/>
      <dgm:spPr/>
      <dgm:t>
        <a:bodyPr/>
        <a:lstStyle/>
        <a:p>
          <a:endParaRPr lang="en-US"/>
        </a:p>
      </dgm:t>
    </dgm:pt>
    <dgm:pt modelId="{F6EA442F-47EA-45A0-9895-CD48E6938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Traditional emotion analysis methods:</a:t>
          </a:r>
          <a:endParaRPr lang="en-US"/>
        </a:p>
      </dgm:t>
    </dgm:pt>
    <dgm:pt modelId="{7FEAC5C4-623B-47D6-9D76-6BE9AA68154A}" type="parTrans" cxnId="{CF48A829-63C9-4250-B8F1-062E7BC7741B}">
      <dgm:prSet/>
      <dgm:spPr/>
      <dgm:t>
        <a:bodyPr/>
        <a:lstStyle/>
        <a:p>
          <a:endParaRPr lang="en-US"/>
        </a:p>
      </dgm:t>
    </dgm:pt>
    <dgm:pt modelId="{F52FC84B-C9D3-4261-ADCE-E76CAC603984}" type="sibTrans" cxnId="{CF48A829-63C9-4250-B8F1-062E7BC7741B}">
      <dgm:prSet/>
      <dgm:spPr/>
      <dgm:t>
        <a:bodyPr/>
        <a:lstStyle/>
        <a:p>
          <a:endParaRPr lang="en-US"/>
        </a:p>
      </dgm:t>
    </dgm:pt>
    <dgm:pt modelId="{77F068B3-A39D-40B7-A1DD-2DC25532FD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Questionnaires</a:t>
          </a:r>
          <a:endParaRPr lang="en-US" b="1" dirty="0"/>
        </a:p>
      </dgm:t>
    </dgm:pt>
    <dgm:pt modelId="{202A750B-A93A-48DE-801C-64B76B69E2FD}" type="parTrans" cxnId="{E23B8187-824D-4F16-8B75-FFB3A9181CC9}">
      <dgm:prSet/>
      <dgm:spPr/>
      <dgm:t>
        <a:bodyPr/>
        <a:lstStyle/>
        <a:p>
          <a:endParaRPr lang="en-US"/>
        </a:p>
      </dgm:t>
    </dgm:pt>
    <dgm:pt modelId="{726AAAF6-1063-4ED5-BA64-D876CEF5CC02}" type="sibTrans" cxnId="{E23B8187-824D-4F16-8B75-FFB3A9181CC9}">
      <dgm:prSet/>
      <dgm:spPr/>
      <dgm:t>
        <a:bodyPr/>
        <a:lstStyle/>
        <a:p>
          <a:endParaRPr lang="en-US"/>
        </a:p>
      </dgm:t>
    </dgm:pt>
    <dgm:pt modelId="{81ED5BF5-0575-4438-A14D-357151919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Interviews</a:t>
          </a:r>
          <a:endParaRPr lang="en-US" b="1" dirty="0"/>
        </a:p>
      </dgm:t>
    </dgm:pt>
    <dgm:pt modelId="{9A584EA2-580D-42A7-83DB-B56271A53A41}" type="parTrans" cxnId="{513FDD6A-E45D-41F5-A852-64DC5D54C8E0}">
      <dgm:prSet/>
      <dgm:spPr/>
      <dgm:t>
        <a:bodyPr/>
        <a:lstStyle/>
        <a:p>
          <a:endParaRPr lang="en-US"/>
        </a:p>
      </dgm:t>
    </dgm:pt>
    <dgm:pt modelId="{B5E01661-4E00-482F-8BFB-065649BE3D89}" type="sibTrans" cxnId="{513FDD6A-E45D-41F5-A852-64DC5D54C8E0}">
      <dgm:prSet/>
      <dgm:spPr/>
      <dgm:t>
        <a:bodyPr/>
        <a:lstStyle/>
        <a:p>
          <a:endParaRPr lang="en-US"/>
        </a:p>
      </dgm:t>
    </dgm:pt>
    <dgm:pt modelId="{42FBC91C-EEE5-4DD1-935D-CC2CA43D33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These methods are </a:t>
          </a:r>
          <a:r>
            <a:rPr lang="en-US" b="1" i="0" baseline="0" dirty="0"/>
            <a:t>slow, subjective, and not real-time</a:t>
          </a:r>
          <a:endParaRPr lang="en-US" dirty="0"/>
        </a:p>
      </dgm:t>
    </dgm:pt>
    <dgm:pt modelId="{62C2FC3F-1231-4CF9-B57D-64F01A51E3D1}" type="parTrans" cxnId="{A39CA5FA-CE17-4E1D-849F-6C9D44638AD5}">
      <dgm:prSet/>
      <dgm:spPr/>
      <dgm:t>
        <a:bodyPr/>
        <a:lstStyle/>
        <a:p>
          <a:endParaRPr lang="en-US"/>
        </a:p>
      </dgm:t>
    </dgm:pt>
    <dgm:pt modelId="{0CD3EE96-FF3E-47F6-AF37-496EFF010EF1}" type="sibTrans" cxnId="{A39CA5FA-CE17-4E1D-849F-6C9D44638AD5}">
      <dgm:prSet/>
      <dgm:spPr/>
      <dgm:t>
        <a:bodyPr/>
        <a:lstStyle/>
        <a:p>
          <a:endParaRPr lang="en-US"/>
        </a:p>
      </dgm:t>
    </dgm:pt>
    <dgm:pt modelId="{0D902C4F-B006-4045-8766-DB33BD310A74}" type="pres">
      <dgm:prSet presAssocID="{812B30F6-2005-4081-A2B7-32814A5E36B0}" presName="root" presStyleCnt="0">
        <dgm:presLayoutVars>
          <dgm:dir/>
          <dgm:resizeHandles val="exact"/>
        </dgm:presLayoutVars>
      </dgm:prSet>
      <dgm:spPr/>
    </dgm:pt>
    <dgm:pt modelId="{7B70DF30-284A-4156-BF74-33147DF5EDD8}" type="pres">
      <dgm:prSet presAssocID="{8C368471-74D0-4C62-AFC6-FCF60295921D}" presName="compNode" presStyleCnt="0"/>
      <dgm:spPr/>
    </dgm:pt>
    <dgm:pt modelId="{3FF9D813-D150-452A-B112-BF2E8C35B19C}" type="pres">
      <dgm:prSet presAssocID="{8C368471-74D0-4C62-AFC6-FCF60295921D}" presName="bgRect" presStyleLbl="bgShp" presStyleIdx="0" presStyleCnt="7"/>
      <dgm:spPr/>
    </dgm:pt>
    <dgm:pt modelId="{A5A3C73F-B7CE-4F8F-B471-0EA5C440266A}" type="pres">
      <dgm:prSet presAssocID="{8C368471-74D0-4C62-AFC6-FCF60295921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 Face with Solid Fill"/>
        </a:ext>
      </dgm:extLst>
    </dgm:pt>
    <dgm:pt modelId="{35C9AF95-BC58-40DD-A17B-11FA86893B14}" type="pres">
      <dgm:prSet presAssocID="{8C368471-74D0-4C62-AFC6-FCF60295921D}" presName="spaceRect" presStyleCnt="0"/>
      <dgm:spPr/>
    </dgm:pt>
    <dgm:pt modelId="{4E58C597-E355-459D-8BB0-99D148B69AFE}" type="pres">
      <dgm:prSet presAssocID="{8C368471-74D0-4C62-AFC6-FCF60295921D}" presName="parTx" presStyleLbl="revTx" presStyleIdx="0" presStyleCnt="7">
        <dgm:presLayoutVars>
          <dgm:chMax val="0"/>
          <dgm:chPref val="0"/>
        </dgm:presLayoutVars>
      </dgm:prSet>
      <dgm:spPr/>
    </dgm:pt>
    <dgm:pt modelId="{5C5A4C1E-A4AF-4B15-BF25-DA4912794147}" type="pres">
      <dgm:prSet presAssocID="{1CDC7FED-4DB2-4F8F-9E30-26B8C47121CC}" presName="sibTrans" presStyleCnt="0"/>
      <dgm:spPr/>
    </dgm:pt>
    <dgm:pt modelId="{0732B2F5-F051-4875-ABF3-90F3FCE44ED8}" type="pres">
      <dgm:prSet presAssocID="{B7634F2C-1356-4CC9-B16F-E9BAB14DBF7E}" presName="compNode" presStyleCnt="0"/>
      <dgm:spPr/>
    </dgm:pt>
    <dgm:pt modelId="{26806CBA-0031-42B2-9857-B8850A34CD54}" type="pres">
      <dgm:prSet presAssocID="{B7634F2C-1356-4CC9-B16F-E9BAB14DBF7E}" presName="bgRect" presStyleLbl="bgShp" presStyleIdx="1" presStyleCnt="7"/>
      <dgm:spPr/>
    </dgm:pt>
    <dgm:pt modelId="{A161C1DE-53BD-45E4-8776-85B246C7CCB0}" type="pres">
      <dgm:prSet presAssocID="{B7634F2C-1356-4CC9-B16F-E9BAB14DBF7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ry Face with No Fill"/>
        </a:ext>
      </dgm:extLst>
    </dgm:pt>
    <dgm:pt modelId="{FDEB7B49-F579-43B8-9543-7A242E77FAC0}" type="pres">
      <dgm:prSet presAssocID="{B7634F2C-1356-4CC9-B16F-E9BAB14DBF7E}" presName="spaceRect" presStyleCnt="0"/>
      <dgm:spPr/>
    </dgm:pt>
    <dgm:pt modelId="{840DD78E-95F6-4640-8AEA-6A4EBDFD67A3}" type="pres">
      <dgm:prSet presAssocID="{B7634F2C-1356-4CC9-B16F-E9BAB14DBF7E}" presName="parTx" presStyleLbl="revTx" presStyleIdx="1" presStyleCnt="7">
        <dgm:presLayoutVars>
          <dgm:chMax val="0"/>
          <dgm:chPref val="0"/>
        </dgm:presLayoutVars>
      </dgm:prSet>
      <dgm:spPr/>
    </dgm:pt>
    <dgm:pt modelId="{E8318859-3B40-4A7B-B4EE-F54DB425BF06}" type="pres">
      <dgm:prSet presAssocID="{C09D93B4-91BF-4C65-86CB-293D08634869}" presName="sibTrans" presStyleCnt="0"/>
      <dgm:spPr/>
    </dgm:pt>
    <dgm:pt modelId="{69EE6BBF-B0FF-412F-AA21-DA25B21BEFF7}" type="pres">
      <dgm:prSet presAssocID="{B76C4848-7ED4-489E-B46A-53A77C13D011}" presName="compNode" presStyleCnt="0"/>
      <dgm:spPr/>
    </dgm:pt>
    <dgm:pt modelId="{C55C54D8-364F-48A8-95E0-E0CAE4C29402}" type="pres">
      <dgm:prSet presAssocID="{B76C4848-7ED4-489E-B46A-53A77C13D011}" presName="bgRect" presStyleLbl="bgShp" presStyleIdx="2" presStyleCnt="7"/>
      <dgm:spPr/>
    </dgm:pt>
    <dgm:pt modelId="{7461D90A-F279-4063-B31F-2385FA96D6A2}" type="pres">
      <dgm:prSet presAssocID="{B76C4848-7ED4-489E-B46A-53A77C13D01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92292614-F243-46DF-810B-D2344891106C}" type="pres">
      <dgm:prSet presAssocID="{B76C4848-7ED4-489E-B46A-53A77C13D011}" presName="spaceRect" presStyleCnt="0"/>
      <dgm:spPr/>
    </dgm:pt>
    <dgm:pt modelId="{6DA8BE3D-6AB6-41BE-A753-38BB6DE57457}" type="pres">
      <dgm:prSet presAssocID="{B76C4848-7ED4-489E-B46A-53A77C13D011}" presName="parTx" presStyleLbl="revTx" presStyleIdx="2" presStyleCnt="7">
        <dgm:presLayoutVars>
          <dgm:chMax val="0"/>
          <dgm:chPref val="0"/>
        </dgm:presLayoutVars>
      </dgm:prSet>
      <dgm:spPr/>
    </dgm:pt>
    <dgm:pt modelId="{5F8BC452-231D-4D8B-8C2F-F27A04C55905}" type="pres">
      <dgm:prSet presAssocID="{54A3C381-679F-4934-B77A-A28030AF1B70}" presName="sibTrans" presStyleCnt="0"/>
      <dgm:spPr/>
    </dgm:pt>
    <dgm:pt modelId="{61BDAE1C-5AD7-41EE-9141-85FCE2A61B4E}" type="pres">
      <dgm:prSet presAssocID="{F6EA442F-47EA-45A0-9895-CD48E6938C9D}" presName="compNode" presStyleCnt="0"/>
      <dgm:spPr/>
    </dgm:pt>
    <dgm:pt modelId="{D71DBEC3-310B-4421-8983-343B69D2CE9E}" type="pres">
      <dgm:prSet presAssocID="{F6EA442F-47EA-45A0-9895-CD48E6938C9D}" presName="bgRect" presStyleLbl="bgShp" presStyleIdx="3" presStyleCnt="7"/>
      <dgm:spPr/>
    </dgm:pt>
    <dgm:pt modelId="{494B6905-7E38-43A7-BC1C-B68943B49D97}" type="pres">
      <dgm:prSet presAssocID="{F6EA442F-47EA-45A0-9895-CD48E6938C9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6D8682E4-17C9-47B5-ABA0-C53C86CDE504}" type="pres">
      <dgm:prSet presAssocID="{F6EA442F-47EA-45A0-9895-CD48E6938C9D}" presName="spaceRect" presStyleCnt="0"/>
      <dgm:spPr/>
    </dgm:pt>
    <dgm:pt modelId="{D39E42D9-9833-4410-9258-0FFD8CD3A39A}" type="pres">
      <dgm:prSet presAssocID="{F6EA442F-47EA-45A0-9895-CD48E6938C9D}" presName="parTx" presStyleLbl="revTx" presStyleIdx="3" presStyleCnt="7">
        <dgm:presLayoutVars>
          <dgm:chMax val="0"/>
          <dgm:chPref val="0"/>
        </dgm:presLayoutVars>
      </dgm:prSet>
      <dgm:spPr/>
    </dgm:pt>
    <dgm:pt modelId="{8932E481-620F-41E0-8A76-E02D77BF1277}" type="pres">
      <dgm:prSet presAssocID="{F52FC84B-C9D3-4261-ADCE-E76CAC603984}" presName="sibTrans" presStyleCnt="0"/>
      <dgm:spPr/>
    </dgm:pt>
    <dgm:pt modelId="{61CA40E6-6173-4A2C-8BEC-8A28A1768D8B}" type="pres">
      <dgm:prSet presAssocID="{77F068B3-A39D-40B7-A1DD-2DC25532FDCD}" presName="compNode" presStyleCnt="0"/>
      <dgm:spPr/>
    </dgm:pt>
    <dgm:pt modelId="{FFFB2EF9-5B37-44A3-BB03-F6579EFDA3AB}" type="pres">
      <dgm:prSet presAssocID="{77F068B3-A39D-40B7-A1DD-2DC25532FDCD}" presName="bgRect" presStyleLbl="bgShp" presStyleIdx="4" presStyleCnt="7"/>
      <dgm:spPr/>
    </dgm:pt>
    <dgm:pt modelId="{6206A6CE-8CD0-4ACB-898A-37261F34B889}" type="pres">
      <dgm:prSet presAssocID="{77F068B3-A39D-40B7-A1DD-2DC25532FDC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10F1BF9-87AF-4B11-8ED7-6A7059AE0CAE}" type="pres">
      <dgm:prSet presAssocID="{77F068B3-A39D-40B7-A1DD-2DC25532FDCD}" presName="spaceRect" presStyleCnt="0"/>
      <dgm:spPr/>
    </dgm:pt>
    <dgm:pt modelId="{34F6B23E-86BE-4DF2-974A-09C991A252AB}" type="pres">
      <dgm:prSet presAssocID="{77F068B3-A39D-40B7-A1DD-2DC25532FDCD}" presName="parTx" presStyleLbl="revTx" presStyleIdx="4" presStyleCnt="7">
        <dgm:presLayoutVars>
          <dgm:chMax val="0"/>
          <dgm:chPref val="0"/>
        </dgm:presLayoutVars>
      </dgm:prSet>
      <dgm:spPr/>
    </dgm:pt>
    <dgm:pt modelId="{F8B2AB4F-4711-4E8B-866A-54927392D0E2}" type="pres">
      <dgm:prSet presAssocID="{726AAAF6-1063-4ED5-BA64-D876CEF5CC02}" presName="sibTrans" presStyleCnt="0"/>
      <dgm:spPr/>
    </dgm:pt>
    <dgm:pt modelId="{F6E82A98-BF92-4F75-BED6-3B9C492B8E35}" type="pres">
      <dgm:prSet presAssocID="{81ED5BF5-0575-4438-A14D-357151919FC3}" presName="compNode" presStyleCnt="0"/>
      <dgm:spPr/>
    </dgm:pt>
    <dgm:pt modelId="{12D7DDB7-C175-459B-9F47-66DC196222AD}" type="pres">
      <dgm:prSet presAssocID="{81ED5BF5-0575-4438-A14D-357151919FC3}" presName="bgRect" presStyleLbl="bgShp" presStyleIdx="5" presStyleCnt="7"/>
      <dgm:spPr/>
    </dgm:pt>
    <dgm:pt modelId="{45CCD63F-961F-43BE-B2AE-90C3235E79C6}" type="pres">
      <dgm:prSet presAssocID="{81ED5BF5-0575-4438-A14D-357151919FC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F02D49C-3D22-4A37-8ACC-684DF4104024}" type="pres">
      <dgm:prSet presAssocID="{81ED5BF5-0575-4438-A14D-357151919FC3}" presName="spaceRect" presStyleCnt="0"/>
      <dgm:spPr/>
    </dgm:pt>
    <dgm:pt modelId="{42CC7127-EEAC-4846-9AF7-C4B4E56A8596}" type="pres">
      <dgm:prSet presAssocID="{81ED5BF5-0575-4438-A14D-357151919FC3}" presName="parTx" presStyleLbl="revTx" presStyleIdx="5" presStyleCnt="7">
        <dgm:presLayoutVars>
          <dgm:chMax val="0"/>
          <dgm:chPref val="0"/>
        </dgm:presLayoutVars>
      </dgm:prSet>
      <dgm:spPr/>
    </dgm:pt>
    <dgm:pt modelId="{46ED16BD-5153-4E61-BDC2-036A413DD774}" type="pres">
      <dgm:prSet presAssocID="{B5E01661-4E00-482F-8BFB-065649BE3D89}" presName="sibTrans" presStyleCnt="0"/>
      <dgm:spPr/>
    </dgm:pt>
    <dgm:pt modelId="{6560C6C0-6636-49CA-8B11-96DF7FF45A20}" type="pres">
      <dgm:prSet presAssocID="{42FBC91C-EEE5-4DD1-935D-CC2CA43D3345}" presName="compNode" presStyleCnt="0"/>
      <dgm:spPr/>
    </dgm:pt>
    <dgm:pt modelId="{DAFCDB0F-25B8-4D2C-B88F-77088964F220}" type="pres">
      <dgm:prSet presAssocID="{42FBC91C-EEE5-4DD1-935D-CC2CA43D3345}" presName="bgRect" presStyleLbl="bgShp" presStyleIdx="6" presStyleCnt="7"/>
      <dgm:spPr/>
    </dgm:pt>
    <dgm:pt modelId="{9260D991-715F-4742-ADCC-2A9987A5F496}" type="pres">
      <dgm:prSet presAssocID="{42FBC91C-EEE5-4DD1-935D-CC2CA43D334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CEF1CA49-03BD-45F4-9A1A-BA63CE2BD102}" type="pres">
      <dgm:prSet presAssocID="{42FBC91C-EEE5-4DD1-935D-CC2CA43D3345}" presName="spaceRect" presStyleCnt="0"/>
      <dgm:spPr/>
    </dgm:pt>
    <dgm:pt modelId="{C96B2966-3296-49C4-AA5D-D0FB3137B311}" type="pres">
      <dgm:prSet presAssocID="{42FBC91C-EEE5-4DD1-935D-CC2CA43D3345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1899C19-AA08-4247-B781-CCD08652E313}" srcId="{812B30F6-2005-4081-A2B7-32814A5E36B0}" destId="{B7634F2C-1356-4CC9-B16F-E9BAB14DBF7E}" srcOrd="1" destOrd="0" parTransId="{5818F193-5A85-42DD-AA8B-727FB7C54645}" sibTransId="{C09D93B4-91BF-4C65-86CB-293D08634869}"/>
    <dgm:cxn modelId="{23B8381C-09EF-4624-859A-1D68A4D37D07}" type="presOf" srcId="{81ED5BF5-0575-4438-A14D-357151919FC3}" destId="{42CC7127-EEAC-4846-9AF7-C4B4E56A8596}" srcOrd="0" destOrd="0" presId="urn:microsoft.com/office/officeart/2018/2/layout/IconVerticalSolidList"/>
    <dgm:cxn modelId="{A3176F1D-BCEC-4F80-9AA5-E61864E49A45}" type="presOf" srcId="{B76C4848-7ED4-489E-B46A-53A77C13D011}" destId="{6DA8BE3D-6AB6-41BE-A753-38BB6DE57457}" srcOrd="0" destOrd="0" presId="urn:microsoft.com/office/officeart/2018/2/layout/IconVerticalSolidList"/>
    <dgm:cxn modelId="{CF48A829-63C9-4250-B8F1-062E7BC7741B}" srcId="{812B30F6-2005-4081-A2B7-32814A5E36B0}" destId="{F6EA442F-47EA-45A0-9895-CD48E6938C9D}" srcOrd="3" destOrd="0" parTransId="{7FEAC5C4-623B-47D6-9D76-6BE9AA68154A}" sibTransId="{F52FC84B-C9D3-4261-ADCE-E76CAC603984}"/>
    <dgm:cxn modelId="{1703EF3F-724D-42E3-89EC-D01DC697F58D}" type="presOf" srcId="{42FBC91C-EEE5-4DD1-935D-CC2CA43D3345}" destId="{C96B2966-3296-49C4-AA5D-D0FB3137B311}" srcOrd="0" destOrd="0" presId="urn:microsoft.com/office/officeart/2018/2/layout/IconVerticalSolidList"/>
    <dgm:cxn modelId="{513FDD6A-E45D-41F5-A852-64DC5D54C8E0}" srcId="{812B30F6-2005-4081-A2B7-32814A5E36B0}" destId="{81ED5BF5-0575-4438-A14D-357151919FC3}" srcOrd="5" destOrd="0" parTransId="{9A584EA2-580D-42A7-83DB-B56271A53A41}" sibTransId="{B5E01661-4E00-482F-8BFB-065649BE3D89}"/>
    <dgm:cxn modelId="{3FE9EE4B-C676-410E-B7C6-D8C372AA6BE6}" type="presOf" srcId="{812B30F6-2005-4081-A2B7-32814A5E36B0}" destId="{0D902C4F-B006-4045-8766-DB33BD310A74}" srcOrd="0" destOrd="0" presId="urn:microsoft.com/office/officeart/2018/2/layout/IconVerticalSolidList"/>
    <dgm:cxn modelId="{07650056-E082-47AD-B3A7-9F340A5A0C45}" type="presOf" srcId="{77F068B3-A39D-40B7-A1DD-2DC25532FDCD}" destId="{34F6B23E-86BE-4DF2-974A-09C991A252AB}" srcOrd="0" destOrd="0" presId="urn:microsoft.com/office/officeart/2018/2/layout/IconVerticalSolidList"/>
    <dgm:cxn modelId="{EB118F58-1AFD-4F89-B6D4-A585EB7BB9B5}" type="presOf" srcId="{B7634F2C-1356-4CC9-B16F-E9BAB14DBF7E}" destId="{840DD78E-95F6-4640-8AEA-6A4EBDFD67A3}" srcOrd="0" destOrd="0" presId="urn:microsoft.com/office/officeart/2018/2/layout/IconVerticalSolidList"/>
    <dgm:cxn modelId="{E23B8187-824D-4F16-8B75-FFB3A9181CC9}" srcId="{812B30F6-2005-4081-A2B7-32814A5E36B0}" destId="{77F068B3-A39D-40B7-A1DD-2DC25532FDCD}" srcOrd="4" destOrd="0" parTransId="{202A750B-A93A-48DE-801C-64B76B69E2FD}" sibTransId="{726AAAF6-1063-4ED5-BA64-D876CEF5CC02}"/>
    <dgm:cxn modelId="{07330592-354F-4974-AEB8-7FED0149A008}" type="presOf" srcId="{8C368471-74D0-4C62-AFC6-FCF60295921D}" destId="{4E58C597-E355-459D-8BB0-99D148B69AFE}" srcOrd="0" destOrd="0" presId="urn:microsoft.com/office/officeart/2018/2/layout/IconVerticalSolidList"/>
    <dgm:cxn modelId="{6CAEFFCC-1540-48C0-B2F2-26D0E9763C62}" srcId="{812B30F6-2005-4081-A2B7-32814A5E36B0}" destId="{8C368471-74D0-4C62-AFC6-FCF60295921D}" srcOrd="0" destOrd="0" parTransId="{19C3A670-7F80-40CB-9D88-C7371821AEB7}" sibTransId="{1CDC7FED-4DB2-4F8F-9E30-26B8C47121CC}"/>
    <dgm:cxn modelId="{B67C6FD8-E146-46E6-BB60-EC4C9A0B15B4}" type="presOf" srcId="{F6EA442F-47EA-45A0-9895-CD48E6938C9D}" destId="{D39E42D9-9833-4410-9258-0FFD8CD3A39A}" srcOrd="0" destOrd="0" presId="urn:microsoft.com/office/officeart/2018/2/layout/IconVerticalSolidList"/>
    <dgm:cxn modelId="{65F8AFDF-A76C-43B9-9AE8-46FDE406F137}" srcId="{812B30F6-2005-4081-A2B7-32814A5E36B0}" destId="{B76C4848-7ED4-489E-B46A-53A77C13D011}" srcOrd="2" destOrd="0" parTransId="{F8AFECA0-80A9-4105-A036-6CE5AC9612F2}" sibTransId="{54A3C381-679F-4934-B77A-A28030AF1B70}"/>
    <dgm:cxn modelId="{A39CA5FA-CE17-4E1D-849F-6C9D44638AD5}" srcId="{812B30F6-2005-4081-A2B7-32814A5E36B0}" destId="{42FBC91C-EEE5-4DD1-935D-CC2CA43D3345}" srcOrd="6" destOrd="0" parTransId="{62C2FC3F-1231-4CF9-B57D-64F01A51E3D1}" sibTransId="{0CD3EE96-FF3E-47F6-AF37-496EFF010EF1}"/>
    <dgm:cxn modelId="{A704B55B-444F-4BF8-BDB7-F459F36125E4}" type="presParOf" srcId="{0D902C4F-B006-4045-8766-DB33BD310A74}" destId="{7B70DF30-284A-4156-BF74-33147DF5EDD8}" srcOrd="0" destOrd="0" presId="urn:microsoft.com/office/officeart/2018/2/layout/IconVerticalSolidList"/>
    <dgm:cxn modelId="{826EFAC2-5615-4990-8DEB-432BE16A44A6}" type="presParOf" srcId="{7B70DF30-284A-4156-BF74-33147DF5EDD8}" destId="{3FF9D813-D150-452A-B112-BF2E8C35B19C}" srcOrd="0" destOrd="0" presId="urn:microsoft.com/office/officeart/2018/2/layout/IconVerticalSolidList"/>
    <dgm:cxn modelId="{40EEB5F9-57D4-4535-A9EB-01027BD0621D}" type="presParOf" srcId="{7B70DF30-284A-4156-BF74-33147DF5EDD8}" destId="{A5A3C73F-B7CE-4F8F-B471-0EA5C440266A}" srcOrd="1" destOrd="0" presId="urn:microsoft.com/office/officeart/2018/2/layout/IconVerticalSolidList"/>
    <dgm:cxn modelId="{92915F2E-79E7-42C1-8044-5D65F1C11903}" type="presParOf" srcId="{7B70DF30-284A-4156-BF74-33147DF5EDD8}" destId="{35C9AF95-BC58-40DD-A17B-11FA86893B14}" srcOrd="2" destOrd="0" presId="urn:microsoft.com/office/officeart/2018/2/layout/IconVerticalSolidList"/>
    <dgm:cxn modelId="{AE917588-0E91-4289-A889-EC5896542885}" type="presParOf" srcId="{7B70DF30-284A-4156-BF74-33147DF5EDD8}" destId="{4E58C597-E355-459D-8BB0-99D148B69AFE}" srcOrd="3" destOrd="0" presId="urn:microsoft.com/office/officeart/2018/2/layout/IconVerticalSolidList"/>
    <dgm:cxn modelId="{35CBF089-4862-4A45-A408-A460A92EBDCF}" type="presParOf" srcId="{0D902C4F-B006-4045-8766-DB33BD310A74}" destId="{5C5A4C1E-A4AF-4B15-BF25-DA4912794147}" srcOrd="1" destOrd="0" presId="urn:microsoft.com/office/officeart/2018/2/layout/IconVerticalSolidList"/>
    <dgm:cxn modelId="{19A3B127-A018-44BE-AD27-85DFDB2CC642}" type="presParOf" srcId="{0D902C4F-B006-4045-8766-DB33BD310A74}" destId="{0732B2F5-F051-4875-ABF3-90F3FCE44ED8}" srcOrd="2" destOrd="0" presId="urn:microsoft.com/office/officeart/2018/2/layout/IconVerticalSolidList"/>
    <dgm:cxn modelId="{485F5028-DDC0-4997-946C-623BFA10F24F}" type="presParOf" srcId="{0732B2F5-F051-4875-ABF3-90F3FCE44ED8}" destId="{26806CBA-0031-42B2-9857-B8850A34CD54}" srcOrd="0" destOrd="0" presId="urn:microsoft.com/office/officeart/2018/2/layout/IconVerticalSolidList"/>
    <dgm:cxn modelId="{0D195E68-3069-443A-8EDF-FBF1F7A334B3}" type="presParOf" srcId="{0732B2F5-F051-4875-ABF3-90F3FCE44ED8}" destId="{A161C1DE-53BD-45E4-8776-85B246C7CCB0}" srcOrd="1" destOrd="0" presId="urn:microsoft.com/office/officeart/2018/2/layout/IconVerticalSolidList"/>
    <dgm:cxn modelId="{9A65A636-5D2B-4D8D-B5A4-541887A6C5D3}" type="presParOf" srcId="{0732B2F5-F051-4875-ABF3-90F3FCE44ED8}" destId="{FDEB7B49-F579-43B8-9543-7A242E77FAC0}" srcOrd="2" destOrd="0" presId="urn:microsoft.com/office/officeart/2018/2/layout/IconVerticalSolidList"/>
    <dgm:cxn modelId="{AEE88611-28EA-4097-BB67-2CF6612F762B}" type="presParOf" srcId="{0732B2F5-F051-4875-ABF3-90F3FCE44ED8}" destId="{840DD78E-95F6-4640-8AEA-6A4EBDFD67A3}" srcOrd="3" destOrd="0" presId="urn:microsoft.com/office/officeart/2018/2/layout/IconVerticalSolidList"/>
    <dgm:cxn modelId="{92CF9522-7DB9-454E-8BBF-E19A4D090F76}" type="presParOf" srcId="{0D902C4F-B006-4045-8766-DB33BD310A74}" destId="{E8318859-3B40-4A7B-B4EE-F54DB425BF06}" srcOrd="3" destOrd="0" presId="urn:microsoft.com/office/officeart/2018/2/layout/IconVerticalSolidList"/>
    <dgm:cxn modelId="{8226C0FE-9733-4618-A489-74A98253ACE8}" type="presParOf" srcId="{0D902C4F-B006-4045-8766-DB33BD310A74}" destId="{69EE6BBF-B0FF-412F-AA21-DA25B21BEFF7}" srcOrd="4" destOrd="0" presId="urn:microsoft.com/office/officeart/2018/2/layout/IconVerticalSolidList"/>
    <dgm:cxn modelId="{4F0B1621-DDC7-4994-A4E7-C0705231C245}" type="presParOf" srcId="{69EE6BBF-B0FF-412F-AA21-DA25B21BEFF7}" destId="{C55C54D8-364F-48A8-95E0-E0CAE4C29402}" srcOrd="0" destOrd="0" presId="urn:microsoft.com/office/officeart/2018/2/layout/IconVerticalSolidList"/>
    <dgm:cxn modelId="{BECF6AF4-8828-41A1-BC96-B3158B963596}" type="presParOf" srcId="{69EE6BBF-B0FF-412F-AA21-DA25B21BEFF7}" destId="{7461D90A-F279-4063-B31F-2385FA96D6A2}" srcOrd="1" destOrd="0" presId="urn:microsoft.com/office/officeart/2018/2/layout/IconVerticalSolidList"/>
    <dgm:cxn modelId="{5432585E-6DCE-4580-B9AE-CE27DC8443BA}" type="presParOf" srcId="{69EE6BBF-B0FF-412F-AA21-DA25B21BEFF7}" destId="{92292614-F243-46DF-810B-D2344891106C}" srcOrd="2" destOrd="0" presId="urn:microsoft.com/office/officeart/2018/2/layout/IconVerticalSolidList"/>
    <dgm:cxn modelId="{ED8A6B45-F94B-480A-9251-D6935D079739}" type="presParOf" srcId="{69EE6BBF-B0FF-412F-AA21-DA25B21BEFF7}" destId="{6DA8BE3D-6AB6-41BE-A753-38BB6DE57457}" srcOrd="3" destOrd="0" presId="urn:microsoft.com/office/officeart/2018/2/layout/IconVerticalSolidList"/>
    <dgm:cxn modelId="{193B35CF-6DE4-4129-8C87-B6A97B9626BA}" type="presParOf" srcId="{0D902C4F-B006-4045-8766-DB33BD310A74}" destId="{5F8BC452-231D-4D8B-8C2F-F27A04C55905}" srcOrd="5" destOrd="0" presId="urn:microsoft.com/office/officeart/2018/2/layout/IconVerticalSolidList"/>
    <dgm:cxn modelId="{7B856DD4-89A4-482A-B49C-3C0C2E5EF76A}" type="presParOf" srcId="{0D902C4F-B006-4045-8766-DB33BD310A74}" destId="{61BDAE1C-5AD7-41EE-9141-85FCE2A61B4E}" srcOrd="6" destOrd="0" presId="urn:microsoft.com/office/officeart/2018/2/layout/IconVerticalSolidList"/>
    <dgm:cxn modelId="{4269B7BD-37A1-43CA-BAC3-D568F3094806}" type="presParOf" srcId="{61BDAE1C-5AD7-41EE-9141-85FCE2A61B4E}" destId="{D71DBEC3-310B-4421-8983-343B69D2CE9E}" srcOrd="0" destOrd="0" presId="urn:microsoft.com/office/officeart/2018/2/layout/IconVerticalSolidList"/>
    <dgm:cxn modelId="{DF1952AC-F518-49FC-9B7D-28ACB9F147E5}" type="presParOf" srcId="{61BDAE1C-5AD7-41EE-9141-85FCE2A61B4E}" destId="{494B6905-7E38-43A7-BC1C-B68943B49D97}" srcOrd="1" destOrd="0" presId="urn:microsoft.com/office/officeart/2018/2/layout/IconVerticalSolidList"/>
    <dgm:cxn modelId="{F0BBFE05-DE91-428A-B309-14F52433C2BA}" type="presParOf" srcId="{61BDAE1C-5AD7-41EE-9141-85FCE2A61B4E}" destId="{6D8682E4-17C9-47B5-ABA0-C53C86CDE504}" srcOrd="2" destOrd="0" presId="urn:microsoft.com/office/officeart/2018/2/layout/IconVerticalSolidList"/>
    <dgm:cxn modelId="{E00503C2-B11C-4287-9224-49145DA5511A}" type="presParOf" srcId="{61BDAE1C-5AD7-41EE-9141-85FCE2A61B4E}" destId="{D39E42D9-9833-4410-9258-0FFD8CD3A39A}" srcOrd="3" destOrd="0" presId="urn:microsoft.com/office/officeart/2018/2/layout/IconVerticalSolidList"/>
    <dgm:cxn modelId="{50976521-793A-4DCC-9BB2-6499FB01C41B}" type="presParOf" srcId="{0D902C4F-B006-4045-8766-DB33BD310A74}" destId="{8932E481-620F-41E0-8A76-E02D77BF1277}" srcOrd="7" destOrd="0" presId="urn:microsoft.com/office/officeart/2018/2/layout/IconVerticalSolidList"/>
    <dgm:cxn modelId="{4618611B-E5B8-4382-8D10-935054A1ED42}" type="presParOf" srcId="{0D902C4F-B006-4045-8766-DB33BD310A74}" destId="{61CA40E6-6173-4A2C-8BEC-8A28A1768D8B}" srcOrd="8" destOrd="0" presId="urn:microsoft.com/office/officeart/2018/2/layout/IconVerticalSolidList"/>
    <dgm:cxn modelId="{076826A2-B694-497E-80A3-03EC7837E05C}" type="presParOf" srcId="{61CA40E6-6173-4A2C-8BEC-8A28A1768D8B}" destId="{FFFB2EF9-5B37-44A3-BB03-F6579EFDA3AB}" srcOrd="0" destOrd="0" presId="urn:microsoft.com/office/officeart/2018/2/layout/IconVerticalSolidList"/>
    <dgm:cxn modelId="{E244FF4A-4B8C-4F82-9805-883416B0F199}" type="presParOf" srcId="{61CA40E6-6173-4A2C-8BEC-8A28A1768D8B}" destId="{6206A6CE-8CD0-4ACB-898A-37261F34B889}" srcOrd="1" destOrd="0" presId="urn:microsoft.com/office/officeart/2018/2/layout/IconVerticalSolidList"/>
    <dgm:cxn modelId="{91B8383B-D48E-4D25-B641-985947F85AF6}" type="presParOf" srcId="{61CA40E6-6173-4A2C-8BEC-8A28A1768D8B}" destId="{310F1BF9-87AF-4B11-8ED7-6A7059AE0CAE}" srcOrd="2" destOrd="0" presId="urn:microsoft.com/office/officeart/2018/2/layout/IconVerticalSolidList"/>
    <dgm:cxn modelId="{06781AC7-C05C-4F41-88E8-4B3DE945F1A6}" type="presParOf" srcId="{61CA40E6-6173-4A2C-8BEC-8A28A1768D8B}" destId="{34F6B23E-86BE-4DF2-974A-09C991A252AB}" srcOrd="3" destOrd="0" presId="urn:microsoft.com/office/officeart/2018/2/layout/IconVerticalSolidList"/>
    <dgm:cxn modelId="{D6B20672-B9BB-4DB2-A35E-439879C13301}" type="presParOf" srcId="{0D902C4F-B006-4045-8766-DB33BD310A74}" destId="{F8B2AB4F-4711-4E8B-866A-54927392D0E2}" srcOrd="9" destOrd="0" presId="urn:microsoft.com/office/officeart/2018/2/layout/IconVerticalSolidList"/>
    <dgm:cxn modelId="{D6CB8637-E493-4129-A345-F4AF26C08DA4}" type="presParOf" srcId="{0D902C4F-B006-4045-8766-DB33BD310A74}" destId="{F6E82A98-BF92-4F75-BED6-3B9C492B8E35}" srcOrd="10" destOrd="0" presId="urn:microsoft.com/office/officeart/2018/2/layout/IconVerticalSolidList"/>
    <dgm:cxn modelId="{B617C7C7-C7C6-472E-B43A-935C94641785}" type="presParOf" srcId="{F6E82A98-BF92-4F75-BED6-3B9C492B8E35}" destId="{12D7DDB7-C175-459B-9F47-66DC196222AD}" srcOrd="0" destOrd="0" presId="urn:microsoft.com/office/officeart/2018/2/layout/IconVerticalSolidList"/>
    <dgm:cxn modelId="{94264D4B-3FE1-4642-B053-5C21380CF8A0}" type="presParOf" srcId="{F6E82A98-BF92-4F75-BED6-3B9C492B8E35}" destId="{45CCD63F-961F-43BE-B2AE-90C3235E79C6}" srcOrd="1" destOrd="0" presId="urn:microsoft.com/office/officeart/2018/2/layout/IconVerticalSolidList"/>
    <dgm:cxn modelId="{FBCE1943-BEB9-42EB-87B4-6ABDD57CE455}" type="presParOf" srcId="{F6E82A98-BF92-4F75-BED6-3B9C492B8E35}" destId="{FF02D49C-3D22-4A37-8ACC-684DF4104024}" srcOrd="2" destOrd="0" presId="urn:microsoft.com/office/officeart/2018/2/layout/IconVerticalSolidList"/>
    <dgm:cxn modelId="{8A9377BC-72A3-4A12-B2B7-86382581424B}" type="presParOf" srcId="{F6E82A98-BF92-4F75-BED6-3B9C492B8E35}" destId="{42CC7127-EEAC-4846-9AF7-C4B4E56A8596}" srcOrd="3" destOrd="0" presId="urn:microsoft.com/office/officeart/2018/2/layout/IconVerticalSolidList"/>
    <dgm:cxn modelId="{0B4EA9BF-EC1C-4139-87C2-53AAEF06AF69}" type="presParOf" srcId="{0D902C4F-B006-4045-8766-DB33BD310A74}" destId="{46ED16BD-5153-4E61-BDC2-036A413DD774}" srcOrd="11" destOrd="0" presId="urn:microsoft.com/office/officeart/2018/2/layout/IconVerticalSolidList"/>
    <dgm:cxn modelId="{2B92153D-CEFD-4B75-9CB5-AD305A7C0F15}" type="presParOf" srcId="{0D902C4F-B006-4045-8766-DB33BD310A74}" destId="{6560C6C0-6636-49CA-8B11-96DF7FF45A20}" srcOrd="12" destOrd="0" presId="urn:microsoft.com/office/officeart/2018/2/layout/IconVerticalSolidList"/>
    <dgm:cxn modelId="{AF68729B-18B3-4525-BAB0-4827DAC0BBBA}" type="presParOf" srcId="{6560C6C0-6636-49CA-8B11-96DF7FF45A20}" destId="{DAFCDB0F-25B8-4D2C-B88F-77088964F220}" srcOrd="0" destOrd="0" presId="urn:microsoft.com/office/officeart/2018/2/layout/IconVerticalSolidList"/>
    <dgm:cxn modelId="{AB684F14-0934-4162-98F1-AF60AB07063D}" type="presParOf" srcId="{6560C6C0-6636-49CA-8B11-96DF7FF45A20}" destId="{9260D991-715F-4742-ADCC-2A9987A5F496}" srcOrd="1" destOrd="0" presId="urn:microsoft.com/office/officeart/2018/2/layout/IconVerticalSolidList"/>
    <dgm:cxn modelId="{3D11BA20-D54A-49E7-9469-35D47E76470C}" type="presParOf" srcId="{6560C6C0-6636-49CA-8B11-96DF7FF45A20}" destId="{CEF1CA49-03BD-45F4-9A1A-BA63CE2BD102}" srcOrd="2" destOrd="0" presId="urn:microsoft.com/office/officeart/2018/2/layout/IconVerticalSolidList"/>
    <dgm:cxn modelId="{9AF73413-D40B-4461-B03E-11E4A4C91281}" type="presParOf" srcId="{6560C6C0-6636-49CA-8B11-96DF7FF45A20}" destId="{C96B2966-3296-49C4-AA5D-D0FB3137B3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B63DBE-B887-4DE8-89C3-02CE07B3051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A32CAE-D645-4ABF-9BAF-B3CE1B7446FE}">
      <dgm:prSet/>
      <dgm:spPr/>
      <dgm:t>
        <a:bodyPr/>
        <a:lstStyle/>
        <a:p>
          <a:r>
            <a:rPr lang="en-US" b="0" i="0" baseline="0"/>
            <a:t>Most existing emotion recognition systems use </a:t>
          </a:r>
          <a:r>
            <a:rPr lang="en-US" b="1" i="0" baseline="0"/>
            <a:t>only one modality</a:t>
          </a:r>
          <a:endParaRPr lang="en-US"/>
        </a:p>
      </dgm:t>
    </dgm:pt>
    <dgm:pt modelId="{4ED1B1A2-0932-4535-9E78-2F7BB57FE43F}" type="parTrans" cxnId="{5BC4ACD4-5F32-48DA-A6EE-1C3E52DF8CAD}">
      <dgm:prSet/>
      <dgm:spPr/>
      <dgm:t>
        <a:bodyPr/>
        <a:lstStyle/>
        <a:p>
          <a:endParaRPr lang="en-US"/>
        </a:p>
      </dgm:t>
    </dgm:pt>
    <dgm:pt modelId="{AC66F23A-E404-4C8C-B649-731480E6754A}" type="sibTrans" cxnId="{5BC4ACD4-5F32-48DA-A6EE-1C3E52DF8CAD}">
      <dgm:prSet/>
      <dgm:spPr/>
      <dgm:t>
        <a:bodyPr/>
        <a:lstStyle/>
        <a:p>
          <a:endParaRPr lang="en-US"/>
        </a:p>
      </dgm:t>
    </dgm:pt>
    <dgm:pt modelId="{D7199B6A-80CD-4D9D-817B-23A12CB18DF0}">
      <dgm:prSet/>
      <dgm:spPr/>
      <dgm:t>
        <a:bodyPr/>
        <a:lstStyle/>
        <a:p>
          <a:r>
            <a:rPr lang="en-US" b="0" i="0" baseline="0"/>
            <a:t>Face only</a:t>
          </a:r>
          <a:endParaRPr lang="en-US"/>
        </a:p>
      </dgm:t>
    </dgm:pt>
    <dgm:pt modelId="{455FDE37-3597-48C2-978E-78D1E1DA4A0D}" type="parTrans" cxnId="{466D6C3F-D925-4787-95B9-6F3CF767CDE2}">
      <dgm:prSet/>
      <dgm:spPr/>
      <dgm:t>
        <a:bodyPr/>
        <a:lstStyle/>
        <a:p>
          <a:endParaRPr lang="en-US"/>
        </a:p>
      </dgm:t>
    </dgm:pt>
    <dgm:pt modelId="{C93C1071-667A-48F0-983F-741EE9A85EBC}" type="sibTrans" cxnId="{466D6C3F-D925-4787-95B9-6F3CF767CDE2}">
      <dgm:prSet/>
      <dgm:spPr/>
      <dgm:t>
        <a:bodyPr/>
        <a:lstStyle/>
        <a:p>
          <a:endParaRPr lang="en-US"/>
        </a:p>
      </dgm:t>
    </dgm:pt>
    <dgm:pt modelId="{2F7EE172-A984-40DD-80C2-EE315B1E3C47}">
      <dgm:prSet/>
      <dgm:spPr/>
      <dgm:t>
        <a:bodyPr/>
        <a:lstStyle/>
        <a:p>
          <a:r>
            <a:rPr lang="en-US" b="0" i="0" baseline="0"/>
            <a:t>Voice only</a:t>
          </a:r>
          <a:endParaRPr lang="en-US"/>
        </a:p>
      </dgm:t>
    </dgm:pt>
    <dgm:pt modelId="{DA47F26C-8938-488A-A122-797EF01539D1}" type="parTrans" cxnId="{8CC96487-F058-4DA0-B7CE-D8731B0DE839}">
      <dgm:prSet/>
      <dgm:spPr/>
      <dgm:t>
        <a:bodyPr/>
        <a:lstStyle/>
        <a:p>
          <a:endParaRPr lang="en-US"/>
        </a:p>
      </dgm:t>
    </dgm:pt>
    <dgm:pt modelId="{AAFD5EB2-DB37-4551-A836-364F996CC9E6}" type="sibTrans" cxnId="{8CC96487-F058-4DA0-B7CE-D8731B0DE839}">
      <dgm:prSet/>
      <dgm:spPr/>
      <dgm:t>
        <a:bodyPr/>
        <a:lstStyle/>
        <a:p>
          <a:endParaRPr lang="en-US"/>
        </a:p>
      </dgm:t>
    </dgm:pt>
    <dgm:pt modelId="{A02E3E75-A290-4E47-874E-CA9929ED5427}">
      <dgm:prSet/>
      <dgm:spPr/>
      <dgm:t>
        <a:bodyPr/>
        <a:lstStyle/>
        <a:p>
          <a:r>
            <a:rPr lang="en-US" b="0" i="0" baseline="0"/>
            <a:t>Single-modal systems:</a:t>
          </a:r>
          <a:endParaRPr lang="en-US"/>
        </a:p>
      </dgm:t>
    </dgm:pt>
    <dgm:pt modelId="{A4A5AD0F-0859-4868-ACE5-D5DDE75F2236}" type="parTrans" cxnId="{DB013C7B-349E-4921-9F70-A30198ADE3F9}">
      <dgm:prSet/>
      <dgm:spPr/>
      <dgm:t>
        <a:bodyPr/>
        <a:lstStyle/>
        <a:p>
          <a:endParaRPr lang="en-US"/>
        </a:p>
      </dgm:t>
    </dgm:pt>
    <dgm:pt modelId="{9E371D05-18CE-4060-8746-97E9A7312458}" type="sibTrans" cxnId="{DB013C7B-349E-4921-9F70-A30198ADE3F9}">
      <dgm:prSet/>
      <dgm:spPr/>
      <dgm:t>
        <a:bodyPr/>
        <a:lstStyle/>
        <a:p>
          <a:endParaRPr lang="en-US"/>
        </a:p>
      </dgm:t>
    </dgm:pt>
    <dgm:pt modelId="{97436DE2-1AC8-4693-B39B-1BBC5348A343}">
      <dgm:prSet/>
      <dgm:spPr/>
      <dgm:t>
        <a:bodyPr/>
        <a:lstStyle/>
        <a:p>
          <a:r>
            <a:rPr lang="en-US" b="0" i="0" baseline="0"/>
            <a:t>Low accuracy</a:t>
          </a:r>
          <a:endParaRPr lang="en-US"/>
        </a:p>
      </dgm:t>
    </dgm:pt>
    <dgm:pt modelId="{A7243A1F-7416-45ED-BD53-183BA010BECC}" type="parTrans" cxnId="{0D94205F-5BD4-4D1F-AB5B-8948356EBFDF}">
      <dgm:prSet/>
      <dgm:spPr/>
      <dgm:t>
        <a:bodyPr/>
        <a:lstStyle/>
        <a:p>
          <a:endParaRPr lang="en-US"/>
        </a:p>
      </dgm:t>
    </dgm:pt>
    <dgm:pt modelId="{3793E87D-7883-45D2-8996-D18FF086D3FC}" type="sibTrans" cxnId="{0D94205F-5BD4-4D1F-AB5B-8948356EBFDF}">
      <dgm:prSet/>
      <dgm:spPr/>
      <dgm:t>
        <a:bodyPr/>
        <a:lstStyle/>
        <a:p>
          <a:endParaRPr lang="en-US"/>
        </a:p>
      </dgm:t>
    </dgm:pt>
    <dgm:pt modelId="{4567101A-C803-4B97-91F2-9D4DFFCFBEA3}">
      <dgm:prSet/>
      <dgm:spPr/>
      <dgm:t>
        <a:bodyPr/>
        <a:lstStyle/>
        <a:p>
          <a:r>
            <a:rPr lang="en-US" b="0" i="0" baseline="0"/>
            <a:t>Poor performance in real-world conditions</a:t>
          </a:r>
          <a:endParaRPr lang="en-US"/>
        </a:p>
      </dgm:t>
    </dgm:pt>
    <dgm:pt modelId="{CA502A2A-B23C-4E45-8C6D-931F896E6547}" type="parTrans" cxnId="{3508C7A7-F69F-4BE2-8F5C-20AD42C28CF4}">
      <dgm:prSet/>
      <dgm:spPr/>
      <dgm:t>
        <a:bodyPr/>
        <a:lstStyle/>
        <a:p>
          <a:endParaRPr lang="en-US"/>
        </a:p>
      </dgm:t>
    </dgm:pt>
    <dgm:pt modelId="{919736FD-EE39-46CB-A105-9FFF0937126E}" type="sibTrans" cxnId="{3508C7A7-F69F-4BE2-8F5C-20AD42C28CF4}">
      <dgm:prSet/>
      <dgm:spPr/>
      <dgm:t>
        <a:bodyPr/>
        <a:lstStyle/>
        <a:p>
          <a:endParaRPr lang="en-US"/>
        </a:p>
      </dgm:t>
    </dgm:pt>
    <dgm:pt modelId="{42E5D1FC-D4C7-4879-B38C-DE89BA21A944}">
      <dgm:prSet/>
      <dgm:spPr/>
      <dgm:t>
        <a:bodyPr/>
        <a:lstStyle/>
        <a:p>
          <a:r>
            <a:rPr lang="en-US" b="0" i="0" baseline="0"/>
            <a:t>There is a need for an </a:t>
          </a:r>
          <a:r>
            <a:rPr lang="en-US" b="1" i="0" baseline="0"/>
            <a:t>accurate, real-time, and reliable system</a:t>
          </a:r>
          <a:endParaRPr lang="en-US"/>
        </a:p>
      </dgm:t>
    </dgm:pt>
    <dgm:pt modelId="{CB907D79-1E13-4369-8A97-BDD0138E5FD3}" type="parTrans" cxnId="{EEC49BB9-EBC9-4C4B-B215-6919ED0426E5}">
      <dgm:prSet/>
      <dgm:spPr/>
      <dgm:t>
        <a:bodyPr/>
        <a:lstStyle/>
        <a:p>
          <a:endParaRPr lang="en-US"/>
        </a:p>
      </dgm:t>
    </dgm:pt>
    <dgm:pt modelId="{BBA5652C-BE7F-4C45-A9FF-136B358285BB}" type="sibTrans" cxnId="{EEC49BB9-EBC9-4C4B-B215-6919ED0426E5}">
      <dgm:prSet/>
      <dgm:spPr/>
      <dgm:t>
        <a:bodyPr/>
        <a:lstStyle/>
        <a:p>
          <a:endParaRPr lang="en-US"/>
        </a:p>
      </dgm:t>
    </dgm:pt>
    <dgm:pt modelId="{0A604C86-A5A4-411E-93E7-90750794304B}" type="pres">
      <dgm:prSet presAssocID="{4DB63DBE-B887-4DE8-89C3-02CE07B3051A}" presName="linear" presStyleCnt="0">
        <dgm:presLayoutVars>
          <dgm:animLvl val="lvl"/>
          <dgm:resizeHandles val="exact"/>
        </dgm:presLayoutVars>
      </dgm:prSet>
      <dgm:spPr/>
    </dgm:pt>
    <dgm:pt modelId="{9AAC0105-C8CB-46BD-9F7B-D20C5D29A607}" type="pres">
      <dgm:prSet presAssocID="{40A32CAE-D645-4ABF-9BAF-B3CE1B7446F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9BF4E55-7502-49CA-838E-84ABAE0F5589}" type="pres">
      <dgm:prSet presAssocID="{AC66F23A-E404-4C8C-B649-731480E6754A}" presName="spacer" presStyleCnt="0"/>
      <dgm:spPr/>
    </dgm:pt>
    <dgm:pt modelId="{A06B545A-1371-4EA9-8E83-6A5487B46FA4}" type="pres">
      <dgm:prSet presAssocID="{D7199B6A-80CD-4D9D-817B-23A12CB18DF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D5AFB30A-5700-4DEA-8EE6-E5500ACD920F}" type="pres">
      <dgm:prSet presAssocID="{C93C1071-667A-48F0-983F-741EE9A85EBC}" presName="spacer" presStyleCnt="0"/>
      <dgm:spPr/>
    </dgm:pt>
    <dgm:pt modelId="{F664390E-2B38-4555-9AD1-EE53A0EDD907}" type="pres">
      <dgm:prSet presAssocID="{2F7EE172-A984-40DD-80C2-EE315B1E3C4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CA58912-6715-4D69-8921-14193B6FF6B3}" type="pres">
      <dgm:prSet presAssocID="{AAFD5EB2-DB37-4551-A836-364F996CC9E6}" presName="spacer" presStyleCnt="0"/>
      <dgm:spPr/>
    </dgm:pt>
    <dgm:pt modelId="{BE50CCA2-D4E2-4A97-BDDA-A50C3159B7E5}" type="pres">
      <dgm:prSet presAssocID="{A02E3E75-A290-4E47-874E-CA9929ED542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7BFB3F0-D343-477F-AAA2-55D9B3700056}" type="pres">
      <dgm:prSet presAssocID="{9E371D05-18CE-4060-8746-97E9A7312458}" presName="spacer" presStyleCnt="0"/>
      <dgm:spPr/>
    </dgm:pt>
    <dgm:pt modelId="{24B182FA-1E98-4379-8890-DCBEA5F5B984}" type="pres">
      <dgm:prSet presAssocID="{97436DE2-1AC8-4693-B39B-1BBC5348A34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0668450-AF5E-4729-8DA8-DC8494C1BF07}" type="pres">
      <dgm:prSet presAssocID="{3793E87D-7883-45D2-8996-D18FF086D3FC}" presName="spacer" presStyleCnt="0"/>
      <dgm:spPr/>
    </dgm:pt>
    <dgm:pt modelId="{9561B40D-BD78-447C-8376-0BAF31FB2BFD}" type="pres">
      <dgm:prSet presAssocID="{4567101A-C803-4B97-91F2-9D4DFFCFBEA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346ED90-27CD-4DBF-A756-FEAD3BB317D5}" type="pres">
      <dgm:prSet presAssocID="{919736FD-EE39-46CB-A105-9FFF0937126E}" presName="spacer" presStyleCnt="0"/>
      <dgm:spPr/>
    </dgm:pt>
    <dgm:pt modelId="{37F9F27A-1287-4515-8473-832D185B7F2D}" type="pres">
      <dgm:prSet presAssocID="{42E5D1FC-D4C7-4879-B38C-DE89BA21A94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DA3C007-7FB7-4CA4-9F53-336D303A10C5}" type="presOf" srcId="{D7199B6A-80CD-4D9D-817B-23A12CB18DF0}" destId="{A06B545A-1371-4EA9-8E83-6A5487B46FA4}" srcOrd="0" destOrd="0" presId="urn:microsoft.com/office/officeart/2005/8/layout/vList2"/>
    <dgm:cxn modelId="{FA8FA80C-21D1-4334-A98D-0350446EFCF6}" type="presOf" srcId="{4DB63DBE-B887-4DE8-89C3-02CE07B3051A}" destId="{0A604C86-A5A4-411E-93E7-90750794304B}" srcOrd="0" destOrd="0" presId="urn:microsoft.com/office/officeart/2005/8/layout/vList2"/>
    <dgm:cxn modelId="{466D6C3F-D925-4787-95B9-6F3CF767CDE2}" srcId="{4DB63DBE-B887-4DE8-89C3-02CE07B3051A}" destId="{D7199B6A-80CD-4D9D-817B-23A12CB18DF0}" srcOrd="1" destOrd="0" parTransId="{455FDE37-3597-48C2-978E-78D1E1DA4A0D}" sibTransId="{C93C1071-667A-48F0-983F-741EE9A85EBC}"/>
    <dgm:cxn modelId="{F210A15C-BE16-4D63-9E7D-096B5A51E1BB}" type="presOf" srcId="{2F7EE172-A984-40DD-80C2-EE315B1E3C47}" destId="{F664390E-2B38-4555-9AD1-EE53A0EDD907}" srcOrd="0" destOrd="0" presId="urn:microsoft.com/office/officeart/2005/8/layout/vList2"/>
    <dgm:cxn modelId="{7FD1155D-7109-47F3-BCDB-B6D6E53070D5}" type="presOf" srcId="{4567101A-C803-4B97-91F2-9D4DFFCFBEA3}" destId="{9561B40D-BD78-447C-8376-0BAF31FB2BFD}" srcOrd="0" destOrd="0" presId="urn:microsoft.com/office/officeart/2005/8/layout/vList2"/>
    <dgm:cxn modelId="{0D94205F-5BD4-4D1F-AB5B-8948356EBFDF}" srcId="{4DB63DBE-B887-4DE8-89C3-02CE07B3051A}" destId="{97436DE2-1AC8-4693-B39B-1BBC5348A343}" srcOrd="4" destOrd="0" parTransId="{A7243A1F-7416-45ED-BD53-183BA010BECC}" sibTransId="{3793E87D-7883-45D2-8996-D18FF086D3FC}"/>
    <dgm:cxn modelId="{AA33DC6E-FB24-4481-9FA5-3D3EC6B30950}" type="presOf" srcId="{A02E3E75-A290-4E47-874E-CA9929ED5427}" destId="{BE50CCA2-D4E2-4A97-BDDA-A50C3159B7E5}" srcOrd="0" destOrd="0" presId="urn:microsoft.com/office/officeart/2005/8/layout/vList2"/>
    <dgm:cxn modelId="{DB013C7B-349E-4921-9F70-A30198ADE3F9}" srcId="{4DB63DBE-B887-4DE8-89C3-02CE07B3051A}" destId="{A02E3E75-A290-4E47-874E-CA9929ED5427}" srcOrd="3" destOrd="0" parTransId="{A4A5AD0F-0859-4868-ACE5-D5DDE75F2236}" sibTransId="{9E371D05-18CE-4060-8746-97E9A7312458}"/>
    <dgm:cxn modelId="{1D102481-7F1E-496A-AD5D-4D2B143CB33F}" type="presOf" srcId="{97436DE2-1AC8-4693-B39B-1BBC5348A343}" destId="{24B182FA-1E98-4379-8890-DCBEA5F5B984}" srcOrd="0" destOrd="0" presId="urn:microsoft.com/office/officeart/2005/8/layout/vList2"/>
    <dgm:cxn modelId="{8CC96487-F058-4DA0-B7CE-D8731B0DE839}" srcId="{4DB63DBE-B887-4DE8-89C3-02CE07B3051A}" destId="{2F7EE172-A984-40DD-80C2-EE315B1E3C47}" srcOrd="2" destOrd="0" parTransId="{DA47F26C-8938-488A-A122-797EF01539D1}" sibTransId="{AAFD5EB2-DB37-4551-A836-364F996CC9E6}"/>
    <dgm:cxn modelId="{3508C7A7-F69F-4BE2-8F5C-20AD42C28CF4}" srcId="{4DB63DBE-B887-4DE8-89C3-02CE07B3051A}" destId="{4567101A-C803-4B97-91F2-9D4DFFCFBEA3}" srcOrd="5" destOrd="0" parTransId="{CA502A2A-B23C-4E45-8C6D-931F896E6547}" sibTransId="{919736FD-EE39-46CB-A105-9FFF0937126E}"/>
    <dgm:cxn modelId="{7A1423A9-F59C-475F-ABAC-3ABDEC0D372C}" type="presOf" srcId="{40A32CAE-D645-4ABF-9BAF-B3CE1B7446FE}" destId="{9AAC0105-C8CB-46BD-9F7B-D20C5D29A607}" srcOrd="0" destOrd="0" presId="urn:microsoft.com/office/officeart/2005/8/layout/vList2"/>
    <dgm:cxn modelId="{EEC49BB9-EBC9-4C4B-B215-6919ED0426E5}" srcId="{4DB63DBE-B887-4DE8-89C3-02CE07B3051A}" destId="{42E5D1FC-D4C7-4879-B38C-DE89BA21A944}" srcOrd="6" destOrd="0" parTransId="{CB907D79-1E13-4369-8A97-BDD0138E5FD3}" sibTransId="{BBA5652C-BE7F-4C45-A9FF-136B358285BB}"/>
    <dgm:cxn modelId="{5BC4ACD4-5F32-48DA-A6EE-1C3E52DF8CAD}" srcId="{4DB63DBE-B887-4DE8-89C3-02CE07B3051A}" destId="{40A32CAE-D645-4ABF-9BAF-B3CE1B7446FE}" srcOrd="0" destOrd="0" parTransId="{4ED1B1A2-0932-4535-9E78-2F7BB57FE43F}" sibTransId="{AC66F23A-E404-4C8C-B649-731480E6754A}"/>
    <dgm:cxn modelId="{DDEBEAE5-AACC-4CD8-8DDC-797D9E81CD2E}" type="presOf" srcId="{42E5D1FC-D4C7-4879-B38C-DE89BA21A944}" destId="{37F9F27A-1287-4515-8473-832D185B7F2D}" srcOrd="0" destOrd="0" presId="urn:microsoft.com/office/officeart/2005/8/layout/vList2"/>
    <dgm:cxn modelId="{DFAFDCB4-A040-4343-B4A0-AA35BDC90FAC}" type="presParOf" srcId="{0A604C86-A5A4-411E-93E7-90750794304B}" destId="{9AAC0105-C8CB-46BD-9F7B-D20C5D29A607}" srcOrd="0" destOrd="0" presId="urn:microsoft.com/office/officeart/2005/8/layout/vList2"/>
    <dgm:cxn modelId="{1DB721BF-652A-448A-8C73-8B1F59FF2688}" type="presParOf" srcId="{0A604C86-A5A4-411E-93E7-90750794304B}" destId="{49BF4E55-7502-49CA-838E-84ABAE0F5589}" srcOrd="1" destOrd="0" presId="urn:microsoft.com/office/officeart/2005/8/layout/vList2"/>
    <dgm:cxn modelId="{FE85D019-171F-4E07-A4F4-DBD53D4E30F9}" type="presParOf" srcId="{0A604C86-A5A4-411E-93E7-90750794304B}" destId="{A06B545A-1371-4EA9-8E83-6A5487B46FA4}" srcOrd="2" destOrd="0" presId="urn:microsoft.com/office/officeart/2005/8/layout/vList2"/>
    <dgm:cxn modelId="{38ABD727-9D61-4237-8A4D-3E0E7819D6DA}" type="presParOf" srcId="{0A604C86-A5A4-411E-93E7-90750794304B}" destId="{D5AFB30A-5700-4DEA-8EE6-E5500ACD920F}" srcOrd="3" destOrd="0" presId="urn:microsoft.com/office/officeart/2005/8/layout/vList2"/>
    <dgm:cxn modelId="{91E92D3C-3116-4713-95F0-BDBF7F2DEB01}" type="presParOf" srcId="{0A604C86-A5A4-411E-93E7-90750794304B}" destId="{F664390E-2B38-4555-9AD1-EE53A0EDD907}" srcOrd="4" destOrd="0" presId="urn:microsoft.com/office/officeart/2005/8/layout/vList2"/>
    <dgm:cxn modelId="{88C9E880-CDFE-4DC7-97E8-EC9DC4A06172}" type="presParOf" srcId="{0A604C86-A5A4-411E-93E7-90750794304B}" destId="{2CA58912-6715-4D69-8921-14193B6FF6B3}" srcOrd="5" destOrd="0" presId="urn:microsoft.com/office/officeart/2005/8/layout/vList2"/>
    <dgm:cxn modelId="{6EA256B8-EFE7-4AB2-A036-FF7CE12C4C06}" type="presParOf" srcId="{0A604C86-A5A4-411E-93E7-90750794304B}" destId="{BE50CCA2-D4E2-4A97-BDDA-A50C3159B7E5}" srcOrd="6" destOrd="0" presId="urn:microsoft.com/office/officeart/2005/8/layout/vList2"/>
    <dgm:cxn modelId="{1A6DD098-B22F-4178-B81D-6B5AF96D6010}" type="presParOf" srcId="{0A604C86-A5A4-411E-93E7-90750794304B}" destId="{77BFB3F0-D343-477F-AAA2-55D9B3700056}" srcOrd="7" destOrd="0" presId="urn:microsoft.com/office/officeart/2005/8/layout/vList2"/>
    <dgm:cxn modelId="{4545AFD5-FEC5-4DC1-87FC-0313BD7BC533}" type="presParOf" srcId="{0A604C86-A5A4-411E-93E7-90750794304B}" destId="{24B182FA-1E98-4379-8890-DCBEA5F5B984}" srcOrd="8" destOrd="0" presId="urn:microsoft.com/office/officeart/2005/8/layout/vList2"/>
    <dgm:cxn modelId="{EB72B864-4E48-4E5D-902A-BECCBD431FC1}" type="presParOf" srcId="{0A604C86-A5A4-411E-93E7-90750794304B}" destId="{B0668450-AF5E-4729-8DA8-DC8494C1BF07}" srcOrd="9" destOrd="0" presId="urn:microsoft.com/office/officeart/2005/8/layout/vList2"/>
    <dgm:cxn modelId="{485CE4E9-0CB2-4D54-93F8-03C5B6D3841B}" type="presParOf" srcId="{0A604C86-A5A4-411E-93E7-90750794304B}" destId="{9561B40D-BD78-447C-8376-0BAF31FB2BFD}" srcOrd="10" destOrd="0" presId="urn:microsoft.com/office/officeart/2005/8/layout/vList2"/>
    <dgm:cxn modelId="{CE418990-4871-435D-81AF-2EE91260F9E9}" type="presParOf" srcId="{0A604C86-A5A4-411E-93E7-90750794304B}" destId="{7346ED90-27CD-4DBF-A756-FEAD3BB317D5}" srcOrd="11" destOrd="0" presId="urn:microsoft.com/office/officeart/2005/8/layout/vList2"/>
    <dgm:cxn modelId="{099B25E8-0EC7-4091-953D-66F3EE46BDEE}" type="presParOf" srcId="{0A604C86-A5A4-411E-93E7-90750794304B}" destId="{37F9F27A-1287-4515-8473-832D185B7F2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425774-E44A-4F43-A93F-550557B7DB6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E85459C-59C6-4883-ADCC-1152CC93A42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We propose a </a:t>
          </a:r>
          <a:r>
            <a:rPr lang="en-US" b="1" i="0" baseline="0"/>
            <a:t>Multi-Modal Emotion Recognition System</a:t>
          </a:r>
          <a:endParaRPr lang="en-US"/>
        </a:p>
      </dgm:t>
    </dgm:pt>
    <dgm:pt modelId="{6F063D46-663D-45DA-A95C-0EF565771245}" type="parTrans" cxnId="{93C696BA-CEF9-4217-85D8-3CF5D8B005C4}">
      <dgm:prSet/>
      <dgm:spPr/>
      <dgm:t>
        <a:bodyPr/>
        <a:lstStyle/>
        <a:p>
          <a:endParaRPr lang="en-US"/>
        </a:p>
      </dgm:t>
    </dgm:pt>
    <dgm:pt modelId="{281CA4D7-14FE-4751-8679-34056DD85464}" type="sibTrans" cxnId="{93C696BA-CEF9-4217-85D8-3CF5D8B005C4}">
      <dgm:prSet/>
      <dgm:spPr/>
      <dgm:t>
        <a:bodyPr/>
        <a:lstStyle/>
        <a:p>
          <a:endParaRPr lang="en-US"/>
        </a:p>
      </dgm:t>
    </dgm:pt>
    <dgm:pt modelId="{EF3151B4-1A87-429F-AD37-69C9B0BBED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The system detects emotions using:</a:t>
          </a:r>
          <a:endParaRPr lang="en-US"/>
        </a:p>
      </dgm:t>
    </dgm:pt>
    <dgm:pt modelId="{EDFA3CB1-6DB2-4989-9C8B-504470BAA3F8}" type="parTrans" cxnId="{A6C22602-5239-4526-8B7D-B0854BF7160C}">
      <dgm:prSet/>
      <dgm:spPr/>
      <dgm:t>
        <a:bodyPr/>
        <a:lstStyle/>
        <a:p>
          <a:endParaRPr lang="en-US"/>
        </a:p>
      </dgm:t>
    </dgm:pt>
    <dgm:pt modelId="{874F9F54-6FD1-413D-9121-79E94D23FF79}" type="sibTrans" cxnId="{A6C22602-5239-4526-8B7D-B0854BF7160C}">
      <dgm:prSet/>
      <dgm:spPr/>
      <dgm:t>
        <a:bodyPr/>
        <a:lstStyle/>
        <a:p>
          <a:endParaRPr lang="en-US"/>
        </a:p>
      </dgm:t>
    </dgm:pt>
    <dgm:pt modelId="{FB5F9FB2-0EB6-41BF-9C07-64A13231015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Facial expressions</a:t>
          </a:r>
          <a:endParaRPr lang="en-US"/>
        </a:p>
      </dgm:t>
    </dgm:pt>
    <dgm:pt modelId="{D0821794-62CD-4292-A53B-BC6EC43E6B83}" type="parTrans" cxnId="{24539D1D-D772-4BC8-83E0-55EDB10765BE}">
      <dgm:prSet/>
      <dgm:spPr/>
      <dgm:t>
        <a:bodyPr/>
        <a:lstStyle/>
        <a:p>
          <a:endParaRPr lang="en-US"/>
        </a:p>
      </dgm:t>
    </dgm:pt>
    <dgm:pt modelId="{D5E87C81-AAA6-4772-8B94-6D3C5458412A}" type="sibTrans" cxnId="{24539D1D-D772-4BC8-83E0-55EDB10765BE}">
      <dgm:prSet/>
      <dgm:spPr/>
      <dgm:t>
        <a:bodyPr/>
        <a:lstStyle/>
        <a:p>
          <a:endParaRPr lang="en-US"/>
        </a:p>
      </dgm:t>
    </dgm:pt>
    <dgm:pt modelId="{08E0BB83-60C8-4493-921A-B2D34DA19E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Speech / voice tone</a:t>
          </a:r>
          <a:endParaRPr lang="en-US"/>
        </a:p>
      </dgm:t>
    </dgm:pt>
    <dgm:pt modelId="{87592878-C142-412E-916A-8B2EFBA44041}" type="parTrans" cxnId="{8271E8C7-B524-490A-A08F-F2688091D372}">
      <dgm:prSet/>
      <dgm:spPr/>
      <dgm:t>
        <a:bodyPr/>
        <a:lstStyle/>
        <a:p>
          <a:endParaRPr lang="en-US"/>
        </a:p>
      </dgm:t>
    </dgm:pt>
    <dgm:pt modelId="{55C07855-EB4F-4BD2-8FF5-AC0DFB8D123D}" type="sibTrans" cxnId="{8271E8C7-B524-490A-A08F-F2688091D372}">
      <dgm:prSet/>
      <dgm:spPr/>
      <dgm:t>
        <a:bodyPr/>
        <a:lstStyle/>
        <a:p>
          <a:endParaRPr lang="en-US"/>
        </a:p>
      </dgm:t>
    </dgm:pt>
    <dgm:pt modelId="{5EC5255A-1910-491A-B48B-AAE3F9A3F8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Uses </a:t>
          </a:r>
          <a:r>
            <a:rPr lang="en-US" b="1" i="0" baseline="0"/>
            <a:t>Artificial Intelligence and Deep Learning</a:t>
          </a:r>
          <a:endParaRPr lang="en-US"/>
        </a:p>
      </dgm:t>
    </dgm:pt>
    <dgm:pt modelId="{E8E5BDBB-C3DB-4D1C-91B5-23324DF7F941}" type="parTrans" cxnId="{8FFD67CF-B0B4-477C-8F85-A06C7C3A9D3F}">
      <dgm:prSet/>
      <dgm:spPr/>
      <dgm:t>
        <a:bodyPr/>
        <a:lstStyle/>
        <a:p>
          <a:endParaRPr lang="en-US"/>
        </a:p>
      </dgm:t>
    </dgm:pt>
    <dgm:pt modelId="{2A506CCF-B6FA-493E-882F-29757EA4E69E}" type="sibTrans" cxnId="{8FFD67CF-B0B4-477C-8F85-A06C7C3A9D3F}">
      <dgm:prSet/>
      <dgm:spPr/>
      <dgm:t>
        <a:bodyPr/>
        <a:lstStyle/>
        <a:p>
          <a:endParaRPr lang="en-US"/>
        </a:p>
      </dgm:t>
    </dgm:pt>
    <dgm:pt modelId="{F41CEBC6-3EBC-4E7F-A284-E0BECF1D48B0}" type="pres">
      <dgm:prSet presAssocID="{D2425774-E44A-4F43-A93F-550557B7DB61}" presName="root" presStyleCnt="0">
        <dgm:presLayoutVars>
          <dgm:dir/>
          <dgm:resizeHandles val="exact"/>
        </dgm:presLayoutVars>
      </dgm:prSet>
      <dgm:spPr/>
    </dgm:pt>
    <dgm:pt modelId="{6DC3F46A-E1D4-440D-B42B-C9B8D372DCF8}" type="pres">
      <dgm:prSet presAssocID="{9E85459C-59C6-4883-ADCC-1152CC93A426}" presName="compNode" presStyleCnt="0"/>
      <dgm:spPr/>
    </dgm:pt>
    <dgm:pt modelId="{6AC3F93C-DEC1-4973-9427-BC525860A640}" type="pres">
      <dgm:prSet presAssocID="{9E85459C-59C6-4883-ADCC-1152CC93A426}" presName="iconBgRect" presStyleLbl="bgShp" presStyleIdx="0" presStyleCnt="5"/>
      <dgm:spPr/>
    </dgm:pt>
    <dgm:pt modelId="{7349EACA-610A-4D2D-BBF7-7CEAB3E584E2}" type="pres">
      <dgm:prSet presAssocID="{9E85459C-59C6-4883-ADCC-1152CC93A42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43F7FF28-8C85-4FB0-A0B4-6DA40618B211}" type="pres">
      <dgm:prSet presAssocID="{9E85459C-59C6-4883-ADCC-1152CC93A426}" presName="spaceRect" presStyleCnt="0"/>
      <dgm:spPr/>
    </dgm:pt>
    <dgm:pt modelId="{D1311B66-C400-4C12-932A-64CCC6E45F81}" type="pres">
      <dgm:prSet presAssocID="{9E85459C-59C6-4883-ADCC-1152CC93A426}" presName="textRect" presStyleLbl="revTx" presStyleIdx="0" presStyleCnt="5">
        <dgm:presLayoutVars>
          <dgm:chMax val="1"/>
          <dgm:chPref val="1"/>
        </dgm:presLayoutVars>
      </dgm:prSet>
      <dgm:spPr/>
    </dgm:pt>
    <dgm:pt modelId="{7458270F-64EB-4A16-903C-0726680F1827}" type="pres">
      <dgm:prSet presAssocID="{281CA4D7-14FE-4751-8679-34056DD85464}" presName="sibTrans" presStyleCnt="0"/>
      <dgm:spPr/>
    </dgm:pt>
    <dgm:pt modelId="{F7B3D035-B1C0-4E06-9DFE-1B20C2517DC7}" type="pres">
      <dgm:prSet presAssocID="{EF3151B4-1A87-429F-AD37-69C9B0BBED94}" presName="compNode" presStyleCnt="0"/>
      <dgm:spPr/>
    </dgm:pt>
    <dgm:pt modelId="{372A3C4D-8363-4F8E-90FE-CF3A6FA89DDD}" type="pres">
      <dgm:prSet presAssocID="{EF3151B4-1A87-429F-AD37-69C9B0BBED94}" presName="iconBgRect" presStyleLbl="bgShp" presStyleIdx="1" presStyleCnt="5"/>
      <dgm:spPr/>
    </dgm:pt>
    <dgm:pt modelId="{17B66D1B-119D-4A83-A083-B0BA7FA8E801}" type="pres">
      <dgm:prSet presAssocID="{EF3151B4-1A87-429F-AD37-69C9B0BBED9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ry Face with No Fill"/>
        </a:ext>
      </dgm:extLst>
    </dgm:pt>
    <dgm:pt modelId="{3970EAD7-2B9F-4760-AE52-9F697C010154}" type="pres">
      <dgm:prSet presAssocID="{EF3151B4-1A87-429F-AD37-69C9B0BBED94}" presName="spaceRect" presStyleCnt="0"/>
      <dgm:spPr/>
    </dgm:pt>
    <dgm:pt modelId="{7D6A03F4-1CF5-4A08-B0EF-F39568833016}" type="pres">
      <dgm:prSet presAssocID="{EF3151B4-1A87-429F-AD37-69C9B0BBED94}" presName="textRect" presStyleLbl="revTx" presStyleIdx="1" presStyleCnt="5">
        <dgm:presLayoutVars>
          <dgm:chMax val="1"/>
          <dgm:chPref val="1"/>
        </dgm:presLayoutVars>
      </dgm:prSet>
      <dgm:spPr/>
    </dgm:pt>
    <dgm:pt modelId="{AA196052-207A-4070-9726-7A4AC4475714}" type="pres">
      <dgm:prSet presAssocID="{874F9F54-6FD1-413D-9121-79E94D23FF79}" presName="sibTrans" presStyleCnt="0"/>
      <dgm:spPr/>
    </dgm:pt>
    <dgm:pt modelId="{2760F9F1-064F-4D78-AF97-9DAFFB98B5C9}" type="pres">
      <dgm:prSet presAssocID="{FB5F9FB2-0EB6-41BF-9C07-64A132310156}" presName="compNode" presStyleCnt="0"/>
      <dgm:spPr/>
    </dgm:pt>
    <dgm:pt modelId="{361CB4EE-D49A-44D4-8340-7C0AD9872643}" type="pres">
      <dgm:prSet presAssocID="{FB5F9FB2-0EB6-41BF-9C07-64A132310156}" presName="iconBgRect" presStyleLbl="bgShp" presStyleIdx="2" presStyleCnt="5"/>
      <dgm:spPr/>
    </dgm:pt>
    <dgm:pt modelId="{9E8ED8AA-DFB7-4E2E-BF7D-2A2D8B7A30AC}" type="pres">
      <dgm:prSet presAssocID="{FB5F9FB2-0EB6-41BF-9C07-64A13231015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D2C8E834-C5FD-4AF5-B56B-442B658AB2A7}" type="pres">
      <dgm:prSet presAssocID="{FB5F9FB2-0EB6-41BF-9C07-64A132310156}" presName="spaceRect" presStyleCnt="0"/>
      <dgm:spPr/>
    </dgm:pt>
    <dgm:pt modelId="{86A2D505-2127-4B62-883B-5888D273EFAE}" type="pres">
      <dgm:prSet presAssocID="{FB5F9FB2-0EB6-41BF-9C07-64A132310156}" presName="textRect" presStyleLbl="revTx" presStyleIdx="2" presStyleCnt="5">
        <dgm:presLayoutVars>
          <dgm:chMax val="1"/>
          <dgm:chPref val="1"/>
        </dgm:presLayoutVars>
      </dgm:prSet>
      <dgm:spPr/>
    </dgm:pt>
    <dgm:pt modelId="{1F29CB15-FDEC-49A9-8583-CC8D60E58972}" type="pres">
      <dgm:prSet presAssocID="{D5E87C81-AAA6-4772-8B94-6D3C5458412A}" presName="sibTrans" presStyleCnt="0"/>
      <dgm:spPr/>
    </dgm:pt>
    <dgm:pt modelId="{CD1E3318-9271-49B9-B447-50B22B1F4CAE}" type="pres">
      <dgm:prSet presAssocID="{08E0BB83-60C8-4493-921A-B2D34DA19E33}" presName="compNode" presStyleCnt="0"/>
      <dgm:spPr/>
    </dgm:pt>
    <dgm:pt modelId="{7ACB4E9E-3ABA-4D47-B038-736529D657A5}" type="pres">
      <dgm:prSet presAssocID="{08E0BB83-60C8-4493-921A-B2D34DA19E33}" presName="iconBgRect" presStyleLbl="bgShp" presStyleIdx="3" presStyleCnt="5"/>
      <dgm:spPr/>
    </dgm:pt>
    <dgm:pt modelId="{37E2EC6D-10F9-437D-9E23-39E22E86BF33}" type="pres">
      <dgm:prSet presAssocID="{08E0BB83-60C8-4493-921A-B2D34DA19E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1B7FB449-3B2B-48D8-B959-F1AE510D315B}" type="pres">
      <dgm:prSet presAssocID="{08E0BB83-60C8-4493-921A-B2D34DA19E33}" presName="spaceRect" presStyleCnt="0"/>
      <dgm:spPr/>
    </dgm:pt>
    <dgm:pt modelId="{CAE4CE23-5976-4653-A716-1339A5DA3C5F}" type="pres">
      <dgm:prSet presAssocID="{08E0BB83-60C8-4493-921A-B2D34DA19E33}" presName="textRect" presStyleLbl="revTx" presStyleIdx="3" presStyleCnt="5">
        <dgm:presLayoutVars>
          <dgm:chMax val="1"/>
          <dgm:chPref val="1"/>
        </dgm:presLayoutVars>
      </dgm:prSet>
      <dgm:spPr/>
    </dgm:pt>
    <dgm:pt modelId="{236D2EBA-173C-4422-A618-169DCDF90D53}" type="pres">
      <dgm:prSet presAssocID="{55C07855-EB4F-4BD2-8FF5-AC0DFB8D123D}" presName="sibTrans" presStyleCnt="0"/>
      <dgm:spPr/>
    </dgm:pt>
    <dgm:pt modelId="{5001514A-F3D2-497D-BB2F-E0B08B80D951}" type="pres">
      <dgm:prSet presAssocID="{5EC5255A-1910-491A-B48B-AAE3F9A3F8E6}" presName="compNode" presStyleCnt="0"/>
      <dgm:spPr/>
    </dgm:pt>
    <dgm:pt modelId="{79ADA15F-D1E8-4C4B-94D4-01075D702555}" type="pres">
      <dgm:prSet presAssocID="{5EC5255A-1910-491A-B48B-AAE3F9A3F8E6}" presName="iconBgRect" presStyleLbl="bgShp" presStyleIdx="4" presStyleCnt="5"/>
      <dgm:spPr/>
    </dgm:pt>
    <dgm:pt modelId="{ED3126FF-0949-4C16-BF1A-362F7991BBBD}" type="pres">
      <dgm:prSet presAssocID="{5EC5255A-1910-491A-B48B-AAE3F9A3F8E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306B66-E951-4983-B0B9-6B6E3BC1FF30}" type="pres">
      <dgm:prSet presAssocID="{5EC5255A-1910-491A-B48B-AAE3F9A3F8E6}" presName="spaceRect" presStyleCnt="0"/>
      <dgm:spPr/>
    </dgm:pt>
    <dgm:pt modelId="{CD558910-AD8C-44DF-BB30-CE22D5230D10}" type="pres">
      <dgm:prSet presAssocID="{5EC5255A-1910-491A-B48B-AAE3F9A3F8E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6C22602-5239-4526-8B7D-B0854BF7160C}" srcId="{D2425774-E44A-4F43-A93F-550557B7DB61}" destId="{EF3151B4-1A87-429F-AD37-69C9B0BBED94}" srcOrd="1" destOrd="0" parTransId="{EDFA3CB1-6DB2-4989-9C8B-504470BAA3F8}" sibTransId="{874F9F54-6FD1-413D-9121-79E94D23FF79}"/>
    <dgm:cxn modelId="{24539D1D-D772-4BC8-83E0-55EDB10765BE}" srcId="{D2425774-E44A-4F43-A93F-550557B7DB61}" destId="{FB5F9FB2-0EB6-41BF-9C07-64A132310156}" srcOrd="2" destOrd="0" parTransId="{D0821794-62CD-4292-A53B-BC6EC43E6B83}" sibTransId="{D5E87C81-AAA6-4772-8B94-6D3C5458412A}"/>
    <dgm:cxn modelId="{B62C7C4F-DBC7-4A74-A6C5-BF186AEB01AE}" type="presOf" srcId="{EF3151B4-1A87-429F-AD37-69C9B0BBED94}" destId="{7D6A03F4-1CF5-4A08-B0EF-F39568833016}" srcOrd="0" destOrd="0" presId="urn:microsoft.com/office/officeart/2018/5/layout/IconCircleLabelList"/>
    <dgm:cxn modelId="{0EA2E682-02E0-4543-BDC0-36B9376B3886}" type="presOf" srcId="{D2425774-E44A-4F43-A93F-550557B7DB61}" destId="{F41CEBC6-3EBC-4E7F-A284-E0BECF1D48B0}" srcOrd="0" destOrd="0" presId="urn:microsoft.com/office/officeart/2018/5/layout/IconCircleLabelList"/>
    <dgm:cxn modelId="{30FB078A-0003-4C03-BFD2-B949E7327DC3}" type="presOf" srcId="{5EC5255A-1910-491A-B48B-AAE3F9A3F8E6}" destId="{CD558910-AD8C-44DF-BB30-CE22D5230D10}" srcOrd="0" destOrd="0" presId="urn:microsoft.com/office/officeart/2018/5/layout/IconCircleLabelList"/>
    <dgm:cxn modelId="{93C696BA-CEF9-4217-85D8-3CF5D8B005C4}" srcId="{D2425774-E44A-4F43-A93F-550557B7DB61}" destId="{9E85459C-59C6-4883-ADCC-1152CC93A426}" srcOrd="0" destOrd="0" parTransId="{6F063D46-663D-45DA-A95C-0EF565771245}" sibTransId="{281CA4D7-14FE-4751-8679-34056DD85464}"/>
    <dgm:cxn modelId="{8271E8C7-B524-490A-A08F-F2688091D372}" srcId="{D2425774-E44A-4F43-A93F-550557B7DB61}" destId="{08E0BB83-60C8-4493-921A-B2D34DA19E33}" srcOrd="3" destOrd="0" parTransId="{87592878-C142-412E-916A-8B2EFBA44041}" sibTransId="{55C07855-EB4F-4BD2-8FF5-AC0DFB8D123D}"/>
    <dgm:cxn modelId="{8FFD67CF-B0B4-477C-8F85-A06C7C3A9D3F}" srcId="{D2425774-E44A-4F43-A93F-550557B7DB61}" destId="{5EC5255A-1910-491A-B48B-AAE3F9A3F8E6}" srcOrd="4" destOrd="0" parTransId="{E8E5BDBB-C3DB-4D1C-91B5-23324DF7F941}" sibTransId="{2A506CCF-B6FA-493E-882F-29757EA4E69E}"/>
    <dgm:cxn modelId="{858160D5-6A32-4C30-BFC8-701C5BA9919C}" type="presOf" srcId="{08E0BB83-60C8-4493-921A-B2D34DA19E33}" destId="{CAE4CE23-5976-4653-A716-1339A5DA3C5F}" srcOrd="0" destOrd="0" presId="urn:microsoft.com/office/officeart/2018/5/layout/IconCircleLabelList"/>
    <dgm:cxn modelId="{CCDE33F5-7914-490F-95B7-326FA63EF318}" type="presOf" srcId="{FB5F9FB2-0EB6-41BF-9C07-64A132310156}" destId="{86A2D505-2127-4B62-883B-5888D273EFAE}" srcOrd="0" destOrd="0" presId="urn:microsoft.com/office/officeart/2018/5/layout/IconCircleLabelList"/>
    <dgm:cxn modelId="{C53073F7-B29D-4522-8F13-41476A898285}" type="presOf" srcId="{9E85459C-59C6-4883-ADCC-1152CC93A426}" destId="{D1311B66-C400-4C12-932A-64CCC6E45F81}" srcOrd="0" destOrd="0" presId="urn:microsoft.com/office/officeart/2018/5/layout/IconCircleLabelList"/>
    <dgm:cxn modelId="{7D9E5155-FEC5-4188-8A69-B153A99DD023}" type="presParOf" srcId="{F41CEBC6-3EBC-4E7F-A284-E0BECF1D48B0}" destId="{6DC3F46A-E1D4-440D-B42B-C9B8D372DCF8}" srcOrd="0" destOrd="0" presId="urn:microsoft.com/office/officeart/2018/5/layout/IconCircleLabelList"/>
    <dgm:cxn modelId="{E2F86EDA-AB75-4CDA-B4DF-243FD1BBDC44}" type="presParOf" srcId="{6DC3F46A-E1D4-440D-B42B-C9B8D372DCF8}" destId="{6AC3F93C-DEC1-4973-9427-BC525860A640}" srcOrd="0" destOrd="0" presId="urn:microsoft.com/office/officeart/2018/5/layout/IconCircleLabelList"/>
    <dgm:cxn modelId="{3335BEFD-8CB3-446C-8AD8-6791E7F3C93D}" type="presParOf" srcId="{6DC3F46A-E1D4-440D-B42B-C9B8D372DCF8}" destId="{7349EACA-610A-4D2D-BBF7-7CEAB3E584E2}" srcOrd="1" destOrd="0" presId="urn:microsoft.com/office/officeart/2018/5/layout/IconCircleLabelList"/>
    <dgm:cxn modelId="{4A7E412D-9A88-4AEE-B3D6-14059DF63682}" type="presParOf" srcId="{6DC3F46A-E1D4-440D-B42B-C9B8D372DCF8}" destId="{43F7FF28-8C85-4FB0-A0B4-6DA40618B211}" srcOrd="2" destOrd="0" presId="urn:microsoft.com/office/officeart/2018/5/layout/IconCircleLabelList"/>
    <dgm:cxn modelId="{D9C194E8-BCC3-4FA4-AC4A-66308C4DC14E}" type="presParOf" srcId="{6DC3F46A-E1D4-440D-B42B-C9B8D372DCF8}" destId="{D1311B66-C400-4C12-932A-64CCC6E45F81}" srcOrd="3" destOrd="0" presId="urn:microsoft.com/office/officeart/2018/5/layout/IconCircleLabelList"/>
    <dgm:cxn modelId="{A3985F82-B8ED-40A3-979A-2947FA3E6954}" type="presParOf" srcId="{F41CEBC6-3EBC-4E7F-A284-E0BECF1D48B0}" destId="{7458270F-64EB-4A16-903C-0726680F1827}" srcOrd="1" destOrd="0" presId="urn:microsoft.com/office/officeart/2018/5/layout/IconCircleLabelList"/>
    <dgm:cxn modelId="{ED51CCE4-976C-4C2B-A830-F9E7F93AFE4F}" type="presParOf" srcId="{F41CEBC6-3EBC-4E7F-A284-E0BECF1D48B0}" destId="{F7B3D035-B1C0-4E06-9DFE-1B20C2517DC7}" srcOrd="2" destOrd="0" presId="urn:microsoft.com/office/officeart/2018/5/layout/IconCircleLabelList"/>
    <dgm:cxn modelId="{777891E1-8878-4906-BE0F-91DA3B2EBE70}" type="presParOf" srcId="{F7B3D035-B1C0-4E06-9DFE-1B20C2517DC7}" destId="{372A3C4D-8363-4F8E-90FE-CF3A6FA89DDD}" srcOrd="0" destOrd="0" presId="urn:microsoft.com/office/officeart/2018/5/layout/IconCircleLabelList"/>
    <dgm:cxn modelId="{E12B289F-4945-44F3-9A61-FD40E2D8814C}" type="presParOf" srcId="{F7B3D035-B1C0-4E06-9DFE-1B20C2517DC7}" destId="{17B66D1B-119D-4A83-A083-B0BA7FA8E801}" srcOrd="1" destOrd="0" presId="urn:microsoft.com/office/officeart/2018/5/layout/IconCircleLabelList"/>
    <dgm:cxn modelId="{15701FE7-3F4A-4750-A2AB-E691C2EC78EE}" type="presParOf" srcId="{F7B3D035-B1C0-4E06-9DFE-1B20C2517DC7}" destId="{3970EAD7-2B9F-4760-AE52-9F697C010154}" srcOrd="2" destOrd="0" presId="urn:microsoft.com/office/officeart/2018/5/layout/IconCircleLabelList"/>
    <dgm:cxn modelId="{66547B79-13A7-4FD1-87DB-570B6C3FBCE4}" type="presParOf" srcId="{F7B3D035-B1C0-4E06-9DFE-1B20C2517DC7}" destId="{7D6A03F4-1CF5-4A08-B0EF-F39568833016}" srcOrd="3" destOrd="0" presId="urn:microsoft.com/office/officeart/2018/5/layout/IconCircleLabelList"/>
    <dgm:cxn modelId="{17809862-675D-457A-A0AB-03F30E3C09ED}" type="presParOf" srcId="{F41CEBC6-3EBC-4E7F-A284-E0BECF1D48B0}" destId="{AA196052-207A-4070-9726-7A4AC4475714}" srcOrd="3" destOrd="0" presId="urn:microsoft.com/office/officeart/2018/5/layout/IconCircleLabelList"/>
    <dgm:cxn modelId="{9BE9A1DC-E785-42FA-9921-2757CBFEBA31}" type="presParOf" srcId="{F41CEBC6-3EBC-4E7F-A284-E0BECF1D48B0}" destId="{2760F9F1-064F-4D78-AF97-9DAFFB98B5C9}" srcOrd="4" destOrd="0" presId="urn:microsoft.com/office/officeart/2018/5/layout/IconCircleLabelList"/>
    <dgm:cxn modelId="{78EA0D12-4EA3-42B8-95E3-8D60DA6963B6}" type="presParOf" srcId="{2760F9F1-064F-4D78-AF97-9DAFFB98B5C9}" destId="{361CB4EE-D49A-44D4-8340-7C0AD9872643}" srcOrd="0" destOrd="0" presId="urn:microsoft.com/office/officeart/2018/5/layout/IconCircleLabelList"/>
    <dgm:cxn modelId="{677FD777-E16C-4634-87E5-39C22047D6A2}" type="presParOf" srcId="{2760F9F1-064F-4D78-AF97-9DAFFB98B5C9}" destId="{9E8ED8AA-DFB7-4E2E-BF7D-2A2D8B7A30AC}" srcOrd="1" destOrd="0" presId="urn:microsoft.com/office/officeart/2018/5/layout/IconCircleLabelList"/>
    <dgm:cxn modelId="{8B429C38-0B05-49CB-B35A-B4B3EFE681E7}" type="presParOf" srcId="{2760F9F1-064F-4D78-AF97-9DAFFB98B5C9}" destId="{D2C8E834-C5FD-4AF5-B56B-442B658AB2A7}" srcOrd="2" destOrd="0" presId="urn:microsoft.com/office/officeart/2018/5/layout/IconCircleLabelList"/>
    <dgm:cxn modelId="{26105590-CDFC-43C7-B498-35D72C7B2724}" type="presParOf" srcId="{2760F9F1-064F-4D78-AF97-9DAFFB98B5C9}" destId="{86A2D505-2127-4B62-883B-5888D273EFAE}" srcOrd="3" destOrd="0" presId="urn:microsoft.com/office/officeart/2018/5/layout/IconCircleLabelList"/>
    <dgm:cxn modelId="{8A2F8BA6-C270-4BE4-B2E5-B7E39A0E92D7}" type="presParOf" srcId="{F41CEBC6-3EBC-4E7F-A284-E0BECF1D48B0}" destId="{1F29CB15-FDEC-49A9-8583-CC8D60E58972}" srcOrd="5" destOrd="0" presId="urn:microsoft.com/office/officeart/2018/5/layout/IconCircleLabelList"/>
    <dgm:cxn modelId="{FF190A9B-7B8C-4265-A894-186B92DCD378}" type="presParOf" srcId="{F41CEBC6-3EBC-4E7F-A284-E0BECF1D48B0}" destId="{CD1E3318-9271-49B9-B447-50B22B1F4CAE}" srcOrd="6" destOrd="0" presId="urn:microsoft.com/office/officeart/2018/5/layout/IconCircleLabelList"/>
    <dgm:cxn modelId="{542A49B3-FE56-4134-81CD-4268AB3ECF3D}" type="presParOf" srcId="{CD1E3318-9271-49B9-B447-50B22B1F4CAE}" destId="{7ACB4E9E-3ABA-4D47-B038-736529D657A5}" srcOrd="0" destOrd="0" presId="urn:microsoft.com/office/officeart/2018/5/layout/IconCircleLabelList"/>
    <dgm:cxn modelId="{9EA9ED9E-F1A6-42BD-BE5E-94968D4E718C}" type="presParOf" srcId="{CD1E3318-9271-49B9-B447-50B22B1F4CAE}" destId="{37E2EC6D-10F9-437D-9E23-39E22E86BF33}" srcOrd="1" destOrd="0" presId="urn:microsoft.com/office/officeart/2018/5/layout/IconCircleLabelList"/>
    <dgm:cxn modelId="{50044821-FEDF-470A-B9F0-0FB006CB5232}" type="presParOf" srcId="{CD1E3318-9271-49B9-B447-50B22B1F4CAE}" destId="{1B7FB449-3B2B-48D8-B959-F1AE510D315B}" srcOrd="2" destOrd="0" presId="urn:microsoft.com/office/officeart/2018/5/layout/IconCircleLabelList"/>
    <dgm:cxn modelId="{6F4872B1-3F5A-42A8-B57C-FFF176422096}" type="presParOf" srcId="{CD1E3318-9271-49B9-B447-50B22B1F4CAE}" destId="{CAE4CE23-5976-4653-A716-1339A5DA3C5F}" srcOrd="3" destOrd="0" presId="urn:microsoft.com/office/officeart/2018/5/layout/IconCircleLabelList"/>
    <dgm:cxn modelId="{86DD8FF1-4228-4C67-8A04-5BE4FCDAF0B8}" type="presParOf" srcId="{F41CEBC6-3EBC-4E7F-A284-E0BECF1D48B0}" destId="{236D2EBA-173C-4422-A618-169DCDF90D53}" srcOrd="7" destOrd="0" presId="urn:microsoft.com/office/officeart/2018/5/layout/IconCircleLabelList"/>
    <dgm:cxn modelId="{3A015306-6ED6-44A0-AD89-1CADF1B3F713}" type="presParOf" srcId="{F41CEBC6-3EBC-4E7F-A284-E0BECF1D48B0}" destId="{5001514A-F3D2-497D-BB2F-E0B08B80D951}" srcOrd="8" destOrd="0" presId="urn:microsoft.com/office/officeart/2018/5/layout/IconCircleLabelList"/>
    <dgm:cxn modelId="{DCBF6B5E-78BD-4FBE-BC4A-343B7E04E679}" type="presParOf" srcId="{5001514A-F3D2-497D-BB2F-E0B08B80D951}" destId="{79ADA15F-D1E8-4C4B-94D4-01075D702555}" srcOrd="0" destOrd="0" presId="urn:microsoft.com/office/officeart/2018/5/layout/IconCircleLabelList"/>
    <dgm:cxn modelId="{F1F9A1F6-2DBF-4251-A6FE-979390396143}" type="presParOf" srcId="{5001514A-F3D2-497D-BB2F-E0B08B80D951}" destId="{ED3126FF-0949-4C16-BF1A-362F7991BBBD}" srcOrd="1" destOrd="0" presId="urn:microsoft.com/office/officeart/2018/5/layout/IconCircleLabelList"/>
    <dgm:cxn modelId="{DB490260-E54C-4EE0-8DB8-0DA3A1339A91}" type="presParOf" srcId="{5001514A-F3D2-497D-BB2F-E0B08B80D951}" destId="{BC306B66-E951-4983-B0B9-6B6E3BC1FF30}" srcOrd="2" destOrd="0" presId="urn:microsoft.com/office/officeart/2018/5/layout/IconCircleLabelList"/>
    <dgm:cxn modelId="{ED4A24CB-68BA-4572-B06B-24E5CB982E39}" type="presParOf" srcId="{5001514A-F3D2-497D-BB2F-E0B08B80D951}" destId="{CD558910-AD8C-44DF-BB30-CE22D5230D1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214E2F-F38A-4720-8E10-D682E80912A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D705A13-BF30-4B25-B7DC-F453E7DE3314}">
      <dgm:prSet/>
      <dgm:spPr/>
      <dgm:t>
        <a:bodyPr/>
        <a:lstStyle/>
        <a:p>
          <a:r>
            <a:rPr lang="en-US" b="0" i="0" baseline="0"/>
            <a:t>Facial emotion recognition issues:</a:t>
          </a:r>
          <a:endParaRPr lang="en-US"/>
        </a:p>
      </dgm:t>
    </dgm:pt>
    <dgm:pt modelId="{EB7BE037-1173-41FD-A836-612E22D1B9A1}" type="parTrans" cxnId="{5F3D44CA-BE18-4BB5-9ADB-6BFD5A42671F}">
      <dgm:prSet/>
      <dgm:spPr/>
      <dgm:t>
        <a:bodyPr/>
        <a:lstStyle/>
        <a:p>
          <a:endParaRPr lang="en-US"/>
        </a:p>
      </dgm:t>
    </dgm:pt>
    <dgm:pt modelId="{CB320699-9D95-46C4-956C-239E716F58E1}" type="sibTrans" cxnId="{5F3D44CA-BE18-4BB5-9ADB-6BFD5A42671F}">
      <dgm:prSet/>
      <dgm:spPr/>
      <dgm:t>
        <a:bodyPr/>
        <a:lstStyle/>
        <a:p>
          <a:endParaRPr lang="en-US"/>
        </a:p>
      </dgm:t>
    </dgm:pt>
    <dgm:pt modelId="{93C906D5-8431-4E25-87BB-2BE2B05BF223}">
      <dgm:prSet/>
      <dgm:spPr/>
      <dgm:t>
        <a:bodyPr/>
        <a:lstStyle/>
        <a:p>
          <a:r>
            <a:rPr lang="en-US" b="0" i="0" baseline="0"/>
            <a:t>Lighting problems</a:t>
          </a:r>
          <a:endParaRPr lang="en-US"/>
        </a:p>
      </dgm:t>
    </dgm:pt>
    <dgm:pt modelId="{CDB09D83-94FF-4441-BC33-D245E27E4521}" type="parTrans" cxnId="{66D2D6DC-E358-4E2F-815D-C61F9D67D1E1}">
      <dgm:prSet/>
      <dgm:spPr/>
      <dgm:t>
        <a:bodyPr/>
        <a:lstStyle/>
        <a:p>
          <a:endParaRPr lang="en-US"/>
        </a:p>
      </dgm:t>
    </dgm:pt>
    <dgm:pt modelId="{E003BD38-F20E-4C00-A12F-AE42F85BBC8A}" type="sibTrans" cxnId="{66D2D6DC-E358-4E2F-815D-C61F9D67D1E1}">
      <dgm:prSet/>
      <dgm:spPr/>
      <dgm:t>
        <a:bodyPr/>
        <a:lstStyle/>
        <a:p>
          <a:endParaRPr lang="en-US"/>
        </a:p>
      </dgm:t>
    </dgm:pt>
    <dgm:pt modelId="{8FDAAA8F-1F20-44E7-B59C-4A605F383C7D}">
      <dgm:prSet/>
      <dgm:spPr/>
      <dgm:t>
        <a:bodyPr/>
        <a:lstStyle/>
        <a:p>
          <a:r>
            <a:rPr lang="en-US" b="0" i="0" baseline="0"/>
            <a:t>Face angle and occlusion</a:t>
          </a:r>
          <a:endParaRPr lang="en-US"/>
        </a:p>
      </dgm:t>
    </dgm:pt>
    <dgm:pt modelId="{EE6E32AE-4D1F-490B-8CA9-FCE8A63C6397}" type="parTrans" cxnId="{2EE5D98C-4359-466E-82EF-BF5F3B6F07DA}">
      <dgm:prSet/>
      <dgm:spPr/>
      <dgm:t>
        <a:bodyPr/>
        <a:lstStyle/>
        <a:p>
          <a:endParaRPr lang="en-US"/>
        </a:p>
      </dgm:t>
    </dgm:pt>
    <dgm:pt modelId="{734220ED-EBBF-4D77-A6B1-82B6B40A80E8}" type="sibTrans" cxnId="{2EE5D98C-4359-466E-82EF-BF5F3B6F07DA}">
      <dgm:prSet/>
      <dgm:spPr/>
      <dgm:t>
        <a:bodyPr/>
        <a:lstStyle/>
        <a:p>
          <a:endParaRPr lang="en-US"/>
        </a:p>
      </dgm:t>
    </dgm:pt>
    <dgm:pt modelId="{24D56F1B-D2B7-4EC7-B4C1-961B51208C36}">
      <dgm:prSet/>
      <dgm:spPr/>
      <dgm:t>
        <a:bodyPr/>
        <a:lstStyle/>
        <a:p>
          <a:r>
            <a:rPr lang="en-US" b="0" i="0" baseline="0"/>
            <a:t>Speech emotion recognition issues:</a:t>
          </a:r>
          <a:endParaRPr lang="en-US"/>
        </a:p>
      </dgm:t>
    </dgm:pt>
    <dgm:pt modelId="{E13A0362-17A2-4EED-B9A8-6C1D8FF2692C}" type="parTrans" cxnId="{0CF32DDF-9EC6-44D9-BF73-C1EFA75FB938}">
      <dgm:prSet/>
      <dgm:spPr/>
      <dgm:t>
        <a:bodyPr/>
        <a:lstStyle/>
        <a:p>
          <a:endParaRPr lang="en-US"/>
        </a:p>
      </dgm:t>
    </dgm:pt>
    <dgm:pt modelId="{18E914AF-5B0B-4B65-890C-33E229860EE5}" type="sibTrans" cxnId="{0CF32DDF-9EC6-44D9-BF73-C1EFA75FB938}">
      <dgm:prSet/>
      <dgm:spPr/>
      <dgm:t>
        <a:bodyPr/>
        <a:lstStyle/>
        <a:p>
          <a:endParaRPr lang="en-US"/>
        </a:p>
      </dgm:t>
    </dgm:pt>
    <dgm:pt modelId="{B9AD6BBC-BE8C-41A0-8422-48B1AFDF8F10}">
      <dgm:prSet/>
      <dgm:spPr/>
      <dgm:t>
        <a:bodyPr/>
        <a:lstStyle/>
        <a:p>
          <a:r>
            <a:rPr lang="en-US" b="0" i="0" baseline="0"/>
            <a:t>Background noise</a:t>
          </a:r>
          <a:endParaRPr lang="en-US"/>
        </a:p>
      </dgm:t>
    </dgm:pt>
    <dgm:pt modelId="{34FAAA7D-FB0C-4A7A-9D8A-708E463FB90E}" type="parTrans" cxnId="{37F3FC40-81E4-4553-9011-924FD6A6C763}">
      <dgm:prSet/>
      <dgm:spPr/>
      <dgm:t>
        <a:bodyPr/>
        <a:lstStyle/>
        <a:p>
          <a:endParaRPr lang="en-US"/>
        </a:p>
      </dgm:t>
    </dgm:pt>
    <dgm:pt modelId="{8AAE0A09-9116-4FFC-A553-2CF02D311034}" type="sibTrans" cxnId="{37F3FC40-81E4-4553-9011-924FD6A6C763}">
      <dgm:prSet/>
      <dgm:spPr/>
      <dgm:t>
        <a:bodyPr/>
        <a:lstStyle/>
        <a:p>
          <a:endParaRPr lang="en-US"/>
        </a:p>
      </dgm:t>
    </dgm:pt>
    <dgm:pt modelId="{D416506D-B8DC-4AE4-B9AB-E9917A4C89E9}">
      <dgm:prSet/>
      <dgm:spPr/>
      <dgm:t>
        <a:bodyPr/>
        <a:lstStyle/>
        <a:p>
          <a:r>
            <a:rPr lang="en-US" b="0" i="0" baseline="0"/>
            <a:t>Accent variations</a:t>
          </a:r>
          <a:endParaRPr lang="en-US"/>
        </a:p>
      </dgm:t>
    </dgm:pt>
    <dgm:pt modelId="{F856D002-EB5C-41E2-8731-361CA3E6AE52}" type="parTrans" cxnId="{20B53A3A-3BAF-4CCD-B7FD-223613180737}">
      <dgm:prSet/>
      <dgm:spPr/>
      <dgm:t>
        <a:bodyPr/>
        <a:lstStyle/>
        <a:p>
          <a:endParaRPr lang="en-US"/>
        </a:p>
      </dgm:t>
    </dgm:pt>
    <dgm:pt modelId="{F51C42A5-AF75-4E9D-A249-AF62E9E53D7A}" type="sibTrans" cxnId="{20B53A3A-3BAF-4CCD-B7FD-223613180737}">
      <dgm:prSet/>
      <dgm:spPr/>
      <dgm:t>
        <a:bodyPr/>
        <a:lstStyle/>
        <a:p>
          <a:endParaRPr lang="en-US"/>
        </a:p>
      </dgm:t>
    </dgm:pt>
    <dgm:pt modelId="{B34DBA97-E98B-4B4E-B5FE-20CCAF0D83D4}">
      <dgm:prSet/>
      <dgm:spPr/>
      <dgm:t>
        <a:bodyPr/>
        <a:lstStyle/>
        <a:p>
          <a:r>
            <a:rPr lang="en-US" b="1" i="0" baseline="0"/>
            <a:t>Combining face + voice improves accuracy and reliability</a:t>
          </a:r>
          <a:endParaRPr lang="en-US"/>
        </a:p>
      </dgm:t>
    </dgm:pt>
    <dgm:pt modelId="{7DB2FC2A-8713-445D-A2E1-5EA12206FCBE}" type="parTrans" cxnId="{28CA2744-827C-4B1F-9214-F7DFCAB8CD18}">
      <dgm:prSet/>
      <dgm:spPr/>
      <dgm:t>
        <a:bodyPr/>
        <a:lstStyle/>
        <a:p>
          <a:endParaRPr lang="en-US"/>
        </a:p>
      </dgm:t>
    </dgm:pt>
    <dgm:pt modelId="{01FA2197-E0DF-46D9-9778-5DE01C95D468}" type="sibTrans" cxnId="{28CA2744-827C-4B1F-9214-F7DFCAB8CD18}">
      <dgm:prSet/>
      <dgm:spPr/>
      <dgm:t>
        <a:bodyPr/>
        <a:lstStyle/>
        <a:p>
          <a:endParaRPr lang="en-US"/>
        </a:p>
      </dgm:t>
    </dgm:pt>
    <dgm:pt modelId="{DCB87BB7-0066-4780-9374-B5FB7EC4787B}" type="pres">
      <dgm:prSet presAssocID="{05214E2F-F38A-4720-8E10-D682E80912A9}" presName="diagram" presStyleCnt="0">
        <dgm:presLayoutVars>
          <dgm:dir/>
          <dgm:resizeHandles val="exact"/>
        </dgm:presLayoutVars>
      </dgm:prSet>
      <dgm:spPr/>
    </dgm:pt>
    <dgm:pt modelId="{839221C3-ED51-48C9-A06F-64A8A246A42F}" type="pres">
      <dgm:prSet presAssocID="{0D705A13-BF30-4B25-B7DC-F453E7DE3314}" presName="node" presStyleLbl="node1" presStyleIdx="0" presStyleCnt="7">
        <dgm:presLayoutVars>
          <dgm:bulletEnabled val="1"/>
        </dgm:presLayoutVars>
      </dgm:prSet>
      <dgm:spPr/>
    </dgm:pt>
    <dgm:pt modelId="{2B8C8E62-5CDB-456F-90DE-F350B72D5E51}" type="pres">
      <dgm:prSet presAssocID="{CB320699-9D95-46C4-956C-239E716F58E1}" presName="sibTrans" presStyleCnt="0"/>
      <dgm:spPr/>
    </dgm:pt>
    <dgm:pt modelId="{F26C8741-12EF-4CFB-9027-BEBB4AFE79E3}" type="pres">
      <dgm:prSet presAssocID="{93C906D5-8431-4E25-87BB-2BE2B05BF223}" presName="node" presStyleLbl="node1" presStyleIdx="1" presStyleCnt="7">
        <dgm:presLayoutVars>
          <dgm:bulletEnabled val="1"/>
        </dgm:presLayoutVars>
      </dgm:prSet>
      <dgm:spPr/>
    </dgm:pt>
    <dgm:pt modelId="{8B508659-6629-4C12-9066-CF9BC91C6F11}" type="pres">
      <dgm:prSet presAssocID="{E003BD38-F20E-4C00-A12F-AE42F85BBC8A}" presName="sibTrans" presStyleCnt="0"/>
      <dgm:spPr/>
    </dgm:pt>
    <dgm:pt modelId="{49558CCA-CF54-487E-917C-AF0AFADFF8D9}" type="pres">
      <dgm:prSet presAssocID="{8FDAAA8F-1F20-44E7-B59C-4A605F383C7D}" presName="node" presStyleLbl="node1" presStyleIdx="2" presStyleCnt="7">
        <dgm:presLayoutVars>
          <dgm:bulletEnabled val="1"/>
        </dgm:presLayoutVars>
      </dgm:prSet>
      <dgm:spPr/>
    </dgm:pt>
    <dgm:pt modelId="{DA0B8265-B6B3-455D-A20E-BFBD0CA6412B}" type="pres">
      <dgm:prSet presAssocID="{734220ED-EBBF-4D77-A6B1-82B6B40A80E8}" presName="sibTrans" presStyleCnt="0"/>
      <dgm:spPr/>
    </dgm:pt>
    <dgm:pt modelId="{07D4B2D0-25C7-4332-B6D2-2922DC61820A}" type="pres">
      <dgm:prSet presAssocID="{24D56F1B-D2B7-4EC7-B4C1-961B51208C36}" presName="node" presStyleLbl="node1" presStyleIdx="3" presStyleCnt="7">
        <dgm:presLayoutVars>
          <dgm:bulletEnabled val="1"/>
        </dgm:presLayoutVars>
      </dgm:prSet>
      <dgm:spPr/>
    </dgm:pt>
    <dgm:pt modelId="{53AC9D26-91BF-4AD5-BE84-1537F8C9FDC5}" type="pres">
      <dgm:prSet presAssocID="{18E914AF-5B0B-4B65-890C-33E229860EE5}" presName="sibTrans" presStyleCnt="0"/>
      <dgm:spPr/>
    </dgm:pt>
    <dgm:pt modelId="{C1E4D84D-B66E-4F80-A1A0-CAE751CE97E7}" type="pres">
      <dgm:prSet presAssocID="{B9AD6BBC-BE8C-41A0-8422-48B1AFDF8F10}" presName="node" presStyleLbl="node1" presStyleIdx="4" presStyleCnt="7">
        <dgm:presLayoutVars>
          <dgm:bulletEnabled val="1"/>
        </dgm:presLayoutVars>
      </dgm:prSet>
      <dgm:spPr/>
    </dgm:pt>
    <dgm:pt modelId="{A1FF7C26-3725-4D91-8E2D-FD744478A215}" type="pres">
      <dgm:prSet presAssocID="{8AAE0A09-9116-4FFC-A553-2CF02D311034}" presName="sibTrans" presStyleCnt="0"/>
      <dgm:spPr/>
    </dgm:pt>
    <dgm:pt modelId="{E048A9E5-1056-48FC-A3DD-0B50276EEF05}" type="pres">
      <dgm:prSet presAssocID="{D416506D-B8DC-4AE4-B9AB-E9917A4C89E9}" presName="node" presStyleLbl="node1" presStyleIdx="5" presStyleCnt="7">
        <dgm:presLayoutVars>
          <dgm:bulletEnabled val="1"/>
        </dgm:presLayoutVars>
      </dgm:prSet>
      <dgm:spPr/>
    </dgm:pt>
    <dgm:pt modelId="{8FCFC96A-908E-467B-8B4F-C4FF1E34FFFD}" type="pres">
      <dgm:prSet presAssocID="{F51C42A5-AF75-4E9D-A249-AF62E9E53D7A}" presName="sibTrans" presStyleCnt="0"/>
      <dgm:spPr/>
    </dgm:pt>
    <dgm:pt modelId="{49058D43-90B1-4725-BEBC-E54144CEE616}" type="pres">
      <dgm:prSet presAssocID="{B34DBA97-E98B-4B4E-B5FE-20CCAF0D83D4}" presName="node" presStyleLbl="node1" presStyleIdx="6" presStyleCnt="7">
        <dgm:presLayoutVars>
          <dgm:bulletEnabled val="1"/>
        </dgm:presLayoutVars>
      </dgm:prSet>
      <dgm:spPr/>
    </dgm:pt>
  </dgm:ptLst>
  <dgm:cxnLst>
    <dgm:cxn modelId="{A844E931-A1DC-4FCA-9EE2-8FB6EE273231}" type="presOf" srcId="{B9AD6BBC-BE8C-41A0-8422-48B1AFDF8F10}" destId="{C1E4D84D-B66E-4F80-A1A0-CAE751CE97E7}" srcOrd="0" destOrd="0" presId="urn:microsoft.com/office/officeart/2005/8/layout/default"/>
    <dgm:cxn modelId="{20B53A3A-3BAF-4CCD-B7FD-223613180737}" srcId="{05214E2F-F38A-4720-8E10-D682E80912A9}" destId="{D416506D-B8DC-4AE4-B9AB-E9917A4C89E9}" srcOrd="5" destOrd="0" parTransId="{F856D002-EB5C-41E2-8731-361CA3E6AE52}" sibTransId="{F51C42A5-AF75-4E9D-A249-AF62E9E53D7A}"/>
    <dgm:cxn modelId="{37F3FC40-81E4-4553-9011-924FD6A6C763}" srcId="{05214E2F-F38A-4720-8E10-D682E80912A9}" destId="{B9AD6BBC-BE8C-41A0-8422-48B1AFDF8F10}" srcOrd="4" destOrd="0" parTransId="{34FAAA7D-FB0C-4A7A-9D8A-708E463FB90E}" sibTransId="{8AAE0A09-9116-4FFC-A553-2CF02D311034}"/>
    <dgm:cxn modelId="{7805AB62-3C4F-40A0-95F2-CEA6D0364BD7}" type="presOf" srcId="{B34DBA97-E98B-4B4E-B5FE-20CCAF0D83D4}" destId="{49058D43-90B1-4725-BEBC-E54144CEE616}" srcOrd="0" destOrd="0" presId="urn:microsoft.com/office/officeart/2005/8/layout/default"/>
    <dgm:cxn modelId="{28CA2744-827C-4B1F-9214-F7DFCAB8CD18}" srcId="{05214E2F-F38A-4720-8E10-D682E80912A9}" destId="{B34DBA97-E98B-4B4E-B5FE-20CCAF0D83D4}" srcOrd="6" destOrd="0" parTransId="{7DB2FC2A-8713-445D-A2E1-5EA12206FCBE}" sibTransId="{01FA2197-E0DF-46D9-9778-5DE01C95D468}"/>
    <dgm:cxn modelId="{2EEF9650-3684-40A1-9421-9B3065C129B7}" type="presOf" srcId="{0D705A13-BF30-4B25-B7DC-F453E7DE3314}" destId="{839221C3-ED51-48C9-A06F-64A8A246A42F}" srcOrd="0" destOrd="0" presId="urn:microsoft.com/office/officeart/2005/8/layout/default"/>
    <dgm:cxn modelId="{2EE5D98C-4359-466E-82EF-BF5F3B6F07DA}" srcId="{05214E2F-F38A-4720-8E10-D682E80912A9}" destId="{8FDAAA8F-1F20-44E7-B59C-4A605F383C7D}" srcOrd="2" destOrd="0" parTransId="{EE6E32AE-4D1F-490B-8CA9-FCE8A63C6397}" sibTransId="{734220ED-EBBF-4D77-A6B1-82B6B40A80E8}"/>
    <dgm:cxn modelId="{84A2009A-3863-4CE6-A54C-C1389FA80487}" type="presOf" srcId="{D416506D-B8DC-4AE4-B9AB-E9917A4C89E9}" destId="{E048A9E5-1056-48FC-A3DD-0B50276EEF05}" srcOrd="0" destOrd="0" presId="urn:microsoft.com/office/officeart/2005/8/layout/default"/>
    <dgm:cxn modelId="{FA0AB79F-9C2D-4384-83BC-69E68BF4647C}" type="presOf" srcId="{93C906D5-8431-4E25-87BB-2BE2B05BF223}" destId="{F26C8741-12EF-4CFB-9027-BEBB4AFE79E3}" srcOrd="0" destOrd="0" presId="urn:microsoft.com/office/officeart/2005/8/layout/default"/>
    <dgm:cxn modelId="{D014DA9F-D8D9-42A5-B4DB-0D53BB48DE6A}" type="presOf" srcId="{05214E2F-F38A-4720-8E10-D682E80912A9}" destId="{DCB87BB7-0066-4780-9374-B5FB7EC4787B}" srcOrd="0" destOrd="0" presId="urn:microsoft.com/office/officeart/2005/8/layout/default"/>
    <dgm:cxn modelId="{5F3D44CA-BE18-4BB5-9ADB-6BFD5A42671F}" srcId="{05214E2F-F38A-4720-8E10-D682E80912A9}" destId="{0D705A13-BF30-4B25-B7DC-F453E7DE3314}" srcOrd="0" destOrd="0" parTransId="{EB7BE037-1173-41FD-A836-612E22D1B9A1}" sibTransId="{CB320699-9D95-46C4-956C-239E716F58E1}"/>
    <dgm:cxn modelId="{66D2D6DC-E358-4E2F-815D-C61F9D67D1E1}" srcId="{05214E2F-F38A-4720-8E10-D682E80912A9}" destId="{93C906D5-8431-4E25-87BB-2BE2B05BF223}" srcOrd="1" destOrd="0" parTransId="{CDB09D83-94FF-4441-BC33-D245E27E4521}" sibTransId="{E003BD38-F20E-4C00-A12F-AE42F85BBC8A}"/>
    <dgm:cxn modelId="{7EA087DD-6DE3-493A-B3B8-C118F41B599C}" type="presOf" srcId="{8FDAAA8F-1F20-44E7-B59C-4A605F383C7D}" destId="{49558CCA-CF54-487E-917C-AF0AFADFF8D9}" srcOrd="0" destOrd="0" presId="urn:microsoft.com/office/officeart/2005/8/layout/default"/>
    <dgm:cxn modelId="{0CF32DDF-9EC6-44D9-BF73-C1EFA75FB938}" srcId="{05214E2F-F38A-4720-8E10-D682E80912A9}" destId="{24D56F1B-D2B7-4EC7-B4C1-961B51208C36}" srcOrd="3" destOrd="0" parTransId="{E13A0362-17A2-4EED-B9A8-6C1D8FF2692C}" sibTransId="{18E914AF-5B0B-4B65-890C-33E229860EE5}"/>
    <dgm:cxn modelId="{0815C0F2-9708-463A-B164-3F88060DB5D5}" type="presOf" srcId="{24D56F1B-D2B7-4EC7-B4C1-961B51208C36}" destId="{07D4B2D0-25C7-4332-B6D2-2922DC61820A}" srcOrd="0" destOrd="0" presId="urn:microsoft.com/office/officeart/2005/8/layout/default"/>
    <dgm:cxn modelId="{E4096500-55D1-47A1-9854-31C1FA75DC4B}" type="presParOf" srcId="{DCB87BB7-0066-4780-9374-B5FB7EC4787B}" destId="{839221C3-ED51-48C9-A06F-64A8A246A42F}" srcOrd="0" destOrd="0" presId="urn:microsoft.com/office/officeart/2005/8/layout/default"/>
    <dgm:cxn modelId="{A50466AA-7D02-486B-9B1D-38B702E5148E}" type="presParOf" srcId="{DCB87BB7-0066-4780-9374-B5FB7EC4787B}" destId="{2B8C8E62-5CDB-456F-90DE-F350B72D5E51}" srcOrd="1" destOrd="0" presId="urn:microsoft.com/office/officeart/2005/8/layout/default"/>
    <dgm:cxn modelId="{A1728CB8-9831-4D79-A97D-943C0F96EF85}" type="presParOf" srcId="{DCB87BB7-0066-4780-9374-B5FB7EC4787B}" destId="{F26C8741-12EF-4CFB-9027-BEBB4AFE79E3}" srcOrd="2" destOrd="0" presId="urn:microsoft.com/office/officeart/2005/8/layout/default"/>
    <dgm:cxn modelId="{A010D6B7-77DD-4361-BF3F-82953A6DEC7C}" type="presParOf" srcId="{DCB87BB7-0066-4780-9374-B5FB7EC4787B}" destId="{8B508659-6629-4C12-9066-CF9BC91C6F11}" srcOrd="3" destOrd="0" presId="urn:microsoft.com/office/officeart/2005/8/layout/default"/>
    <dgm:cxn modelId="{A65A3E6C-AECC-401D-8B9C-525D74AC5735}" type="presParOf" srcId="{DCB87BB7-0066-4780-9374-B5FB7EC4787B}" destId="{49558CCA-CF54-487E-917C-AF0AFADFF8D9}" srcOrd="4" destOrd="0" presId="urn:microsoft.com/office/officeart/2005/8/layout/default"/>
    <dgm:cxn modelId="{EABB378E-FA4C-4D4D-9A34-0375D6079483}" type="presParOf" srcId="{DCB87BB7-0066-4780-9374-B5FB7EC4787B}" destId="{DA0B8265-B6B3-455D-A20E-BFBD0CA6412B}" srcOrd="5" destOrd="0" presId="urn:microsoft.com/office/officeart/2005/8/layout/default"/>
    <dgm:cxn modelId="{071D7438-D220-49D8-9295-CD13493F2D67}" type="presParOf" srcId="{DCB87BB7-0066-4780-9374-B5FB7EC4787B}" destId="{07D4B2D0-25C7-4332-B6D2-2922DC61820A}" srcOrd="6" destOrd="0" presId="urn:microsoft.com/office/officeart/2005/8/layout/default"/>
    <dgm:cxn modelId="{434959C8-57AC-49D4-ABCA-FF6CDB7390B5}" type="presParOf" srcId="{DCB87BB7-0066-4780-9374-B5FB7EC4787B}" destId="{53AC9D26-91BF-4AD5-BE84-1537F8C9FDC5}" srcOrd="7" destOrd="0" presId="urn:microsoft.com/office/officeart/2005/8/layout/default"/>
    <dgm:cxn modelId="{B893B05D-3CB1-4E70-B4DF-CCF66A68BE82}" type="presParOf" srcId="{DCB87BB7-0066-4780-9374-B5FB7EC4787B}" destId="{C1E4D84D-B66E-4F80-A1A0-CAE751CE97E7}" srcOrd="8" destOrd="0" presId="urn:microsoft.com/office/officeart/2005/8/layout/default"/>
    <dgm:cxn modelId="{01B1EB4E-6BE7-4E48-B26E-54D1C8503AC1}" type="presParOf" srcId="{DCB87BB7-0066-4780-9374-B5FB7EC4787B}" destId="{A1FF7C26-3725-4D91-8E2D-FD744478A215}" srcOrd="9" destOrd="0" presId="urn:microsoft.com/office/officeart/2005/8/layout/default"/>
    <dgm:cxn modelId="{47ED2659-A525-43C9-8404-89E9F550B049}" type="presParOf" srcId="{DCB87BB7-0066-4780-9374-B5FB7EC4787B}" destId="{E048A9E5-1056-48FC-A3DD-0B50276EEF05}" srcOrd="10" destOrd="0" presId="urn:microsoft.com/office/officeart/2005/8/layout/default"/>
    <dgm:cxn modelId="{4B860DE9-4827-437C-95FE-51C3F2FC8EE0}" type="presParOf" srcId="{DCB87BB7-0066-4780-9374-B5FB7EC4787B}" destId="{8FCFC96A-908E-467B-8B4F-C4FF1E34FFFD}" srcOrd="11" destOrd="0" presId="urn:microsoft.com/office/officeart/2005/8/layout/default"/>
    <dgm:cxn modelId="{B0860AD0-52A7-46C4-B8CD-BF351D64D09F}" type="presParOf" srcId="{DCB87BB7-0066-4780-9374-B5FB7EC4787B}" destId="{49058D43-90B1-4725-BEBC-E54144CEE61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AD9B09-262C-4EA6-8C32-B5ED8862307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194FA8-2A19-4DC4-AD2F-92D6CF0AFB0B}">
      <dgm:prSet/>
      <dgm:spPr/>
      <dgm:t>
        <a:bodyPr/>
        <a:lstStyle/>
        <a:p>
          <a:r>
            <a:rPr lang="en-US" b="0" i="0" baseline="0"/>
            <a:t>User provides input (image / video / audio)</a:t>
          </a:r>
          <a:endParaRPr lang="en-US"/>
        </a:p>
      </dgm:t>
    </dgm:pt>
    <dgm:pt modelId="{A7533BDD-A243-4F8F-8612-1D4D14BB1152}" type="parTrans" cxnId="{2A5FA3C6-6D81-4F11-A6E8-066666BDFCE4}">
      <dgm:prSet/>
      <dgm:spPr/>
      <dgm:t>
        <a:bodyPr/>
        <a:lstStyle/>
        <a:p>
          <a:endParaRPr lang="en-US"/>
        </a:p>
      </dgm:t>
    </dgm:pt>
    <dgm:pt modelId="{F7F93F2F-67E7-48C2-9819-D083CEE5969D}" type="sibTrans" cxnId="{2A5FA3C6-6D81-4F11-A6E8-066666BDFCE4}">
      <dgm:prSet/>
      <dgm:spPr/>
      <dgm:t>
        <a:bodyPr/>
        <a:lstStyle/>
        <a:p>
          <a:endParaRPr lang="en-US"/>
        </a:p>
      </dgm:t>
    </dgm:pt>
    <dgm:pt modelId="{1002FBBE-FE8F-4F12-BBF1-C43DBABA8669}">
      <dgm:prSet/>
      <dgm:spPr/>
      <dgm:t>
        <a:bodyPr/>
        <a:lstStyle/>
        <a:p>
          <a:r>
            <a:rPr lang="en-US" b="0" i="0" baseline="0"/>
            <a:t>Data preprocessing</a:t>
          </a:r>
          <a:endParaRPr lang="en-US"/>
        </a:p>
      </dgm:t>
    </dgm:pt>
    <dgm:pt modelId="{8848F516-6C54-4FF4-B548-CB39DAEB7FBF}" type="parTrans" cxnId="{E3FF8650-4DE2-4501-8614-8488B63105ED}">
      <dgm:prSet/>
      <dgm:spPr/>
      <dgm:t>
        <a:bodyPr/>
        <a:lstStyle/>
        <a:p>
          <a:endParaRPr lang="en-US"/>
        </a:p>
      </dgm:t>
    </dgm:pt>
    <dgm:pt modelId="{473575B2-54AD-460C-9A01-6CD41F5A3C57}" type="sibTrans" cxnId="{E3FF8650-4DE2-4501-8614-8488B63105ED}">
      <dgm:prSet/>
      <dgm:spPr/>
      <dgm:t>
        <a:bodyPr/>
        <a:lstStyle/>
        <a:p>
          <a:endParaRPr lang="en-US"/>
        </a:p>
      </dgm:t>
    </dgm:pt>
    <dgm:pt modelId="{E0A35308-E579-4A55-ABD3-3000B3BE3668}">
      <dgm:prSet/>
      <dgm:spPr/>
      <dgm:t>
        <a:bodyPr/>
        <a:lstStyle/>
        <a:p>
          <a:r>
            <a:rPr lang="en-US" b="0" i="0" baseline="0"/>
            <a:t>Feature extraction</a:t>
          </a:r>
          <a:endParaRPr lang="en-US"/>
        </a:p>
      </dgm:t>
    </dgm:pt>
    <dgm:pt modelId="{2AE7CB73-3606-49AB-B06B-EAF11CA7CD74}" type="parTrans" cxnId="{A8FDA240-8AF2-48A7-A0DC-D4B850CB4E14}">
      <dgm:prSet/>
      <dgm:spPr/>
      <dgm:t>
        <a:bodyPr/>
        <a:lstStyle/>
        <a:p>
          <a:endParaRPr lang="en-US"/>
        </a:p>
      </dgm:t>
    </dgm:pt>
    <dgm:pt modelId="{DF1FB218-C149-461E-81E1-5EB272223455}" type="sibTrans" cxnId="{A8FDA240-8AF2-48A7-A0DC-D4B850CB4E14}">
      <dgm:prSet/>
      <dgm:spPr/>
      <dgm:t>
        <a:bodyPr/>
        <a:lstStyle/>
        <a:p>
          <a:endParaRPr lang="en-US"/>
        </a:p>
      </dgm:t>
    </dgm:pt>
    <dgm:pt modelId="{4B509230-DE21-44B4-A563-A1C685888005}">
      <dgm:prSet/>
      <dgm:spPr/>
      <dgm:t>
        <a:bodyPr/>
        <a:lstStyle/>
        <a:p>
          <a:r>
            <a:rPr lang="en-US" b="0" i="0" baseline="0"/>
            <a:t>Deep learning model processing</a:t>
          </a:r>
          <a:endParaRPr lang="en-US"/>
        </a:p>
      </dgm:t>
    </dgm:pt>
    <dgm:pt modelId="{ABD57C47-92A0-43AC-AAB5-63D0DB7EFED0}" type="parTrans" cxnId="{7E63EBEC-A73E-4B34-8EA9-41753ED8565B}">
      <dgm:prSet/>
      <dgm:spPr/>
      <dgm:t>
        <a:bodyPr/>
        <a:lstStyle/>
        <a:p>
          <a:endParaRPr lang="en-US"/>
        </a:p>
      </dgm:t>
    </dgm:pt>
    <dgm:pt modelId="{AC38BF48-9A89-48E0-B68A-FF4EE6F95BC0}" type="sibTrans" cxnId="{7E63EBEC-A73E-4B34-8EA9-41753ED8565B}">
      <dgm:prSet/>
      <dgm:spPr/>
      <dgm:t>
        <a:bodyPr/>
        <a:lstStyle/>
        <a:p>
          <a:endParaRPr lang="en-US"/>
        </a:p>
      </dgm:t>
    </dgm:pt>
    <dgm:pt modelId="{96D83CE8-5DE1-4D4D-AFCA-0B4D058762AE}">
      <dgm:prSet/>
      <dgm:spPr/>
      <dgm:t>
        <a:bodyPr/>
        <a:lstStyle/>
        <a:p>
          <a:r>
            <a:rPr lang="en-US" b="0" i="0" baseline="0"/>
            <a:t>Emotion prediction</a:t>
          </a:r>
          <a:endParaRPr lang="en-US"/>
        </a:p>
      </dgm:t>
    </dgm:pt>
    <dgm:pt modelId="{33D45D3F-77E9-4E67-81F9-442CB41EF9DE}" type="parTrans" cxnId="{39019C77-E967-4A3C-AFC0-569F38CF17D0}">
      <dgm:prSet/>
      <dgm:spPr/>
      <dgm:t>
        <a:bodyPr/>
        <a:lstStyle/>
        <a:p>
          <a:endParaRPr lang="en-US"/>
        </a:p>
      </dgm:t>
    </dgm:pt>
    <dgm:pt modelId="{FCD57970-4BDF-49B8-BAE0-A743B4174EAD}" type="sibTrans" cxnId="{39019C77-E967-4A3C-AFC0-569F38CF17D0}">
      <dgm:prSet/>
      <dgm:spPr/>
      <dgm:t>
        <a:bodyPr/>
        <a:lstStyle/>
        <a:p>
          <a:endParaRPr lang="en-US"/>
        </a:p>
      </dgm:t>
    </dgm:pt>
    <dgm:pt modelId="{EA3AB010-F141-4C3F-BF93-899792C5C77B}">
      <dgm:prSet/>
      <dgm:spPr/>
      <dgm:t>
        <a:bodyPr/>
        <a:lstStyle/>
        <a:p>
          <a:r>
            <a:rPr lang="en-US" b="0" i="0" baseline="0"/>
            <a:t>Results displayed to the user</a:t>
          </a:r>
          <a:endParaRPr lang="en-US"/>
        </a:p>
      </dgm:t>
    </dgm:pt>
    <dgm:pt modelId="{BA676D94-1194-47D7-99BF-79CB2B31F46A}" type="parTrans" cxnId="{1B120CCB-986D-4C9D-99D6-2301AE34CEC8}">
      <dgm:prSet/>
      <dgm:spPr/>
      <dgm:t>
        <a:bodyPr/>
        <a:lstStyle/>
        <a:p>
          <a:endParaRPr lang="en-US"/>
        </a:p>
      </dgm:t>
    </dgm:pt>
    <dgm:pt modelId="{6CF2224A-5D4C-4D11-9C18-B9B5F28CE4E9}" type="sibTrans" cxnId="{1B120CCB-986D-4C9D-99D6-2301AE34CEC8}">
      <dgm:prSet/>
      <dgm:spPr/>
      <dgm:t>
        <a:bodyPr/>
        <a:lstStyle/>
        <a:p>
          <a:endParaRPr lang="en-US"/>
        </a:p>
      </dgm:t>
    </dgm:pt>
    <dgm:pt modelId="{3DA51812-E941-4C00-8AD9-84AEE2781FBD}" type="pres">
      <dgm:prSet presAssocID="{F3AD9B09-262C-4EA6-8C32-B5ED88623070}" presName="Name0" presStyleCnt="0">
        <dgm:presLayoutVars>
          <dgm:dir/>
          <dgm:resizeHandles val="exact"/>
        </dgm:presLayoutVars>
      </dgm:prSet>
      <dgm:spPr/>
    </dgm:pt>
    <dgm:pt modelId="{6597E64C-C917-4FEA-ADB3-9D57D1C728E4}" type="pres">
      <dgm:prSet presAssocID="{88194FA8-2A19-4DC4-AD2F-92D6CF0AFB0B}" presName="node" presStyleLbl="node1" presStyleIdx="0" presStyleCnt="6">
        <dgm:presLayoutVars>
          <dgm:bulletEnabled val="1"/>
        </dgm:presLayoutVars>
      </dgm:prSet>
      <dgm:spPr/>
    </dgm:pt>
    <dgm:pt modelId="{C9C1318E-F225-4AA8-8634-60E2AE1A7ED1}" type="pres">
      <dgm:prSet presAssocID="{F7F93F2F-67E7-48C2-9819-D083CEE5969D}" presName="sibTrans" presStyleLbl="sibTrans1D1" presStyleIdx="0" presStyleCnt="5"/>
      <dgm:spPr/>
    </dgm:pt>
    <dgm:pt modelId="{075D6175-E89C-4780-9170-E06434B52D8D}" type="pres">
      <dgm:prSet presAssocID="{F7F93F2F-67E7-48C2-9819-D083CEE5969D}" presName="connectorText" presStyleLbl="sibTrans1D1" presStyleIdx="0" presStyleCnt="5"/>
      <dgm:spPr/>
    </dgm:pt>
    <dgm:pt modelId="{02613BFC-9617-4092-9008-F8A9A58AD3F4}" type="pres">
      <dgm:prSet presAssocID="{1002FBBE-FE8F-4F12-BBF1-C43DBABA8669}" presName="node" presStyleLbl="node1" presStyleIdx="1" presStyleCnt="6">
        <dgm:presLayoutVars>
          <dgm:bulletEnabled val="1"/>
        </dgm:presLayoutVars>
      </dgm:prSet>
      <dgm:spPr/>
    </dgm:pt>
    <dgm:pt modelId="{09D44EE8-6A92-4DF7-9367-8242CEDA999D}" type="pres">
      <dgm:prSet presAssocID="{473575B2-54AD-460C-9A01-6CD41F5A3C57}" presName="sibTrans" presStyleLbl="sibTrans1D1" presStyleIdx="1" presStyleCnt="5"/>
      <dgm:spPr/>
    </dgm:pt>
    <dgm:pt modelId="{9D258559-B9F5-4A9B-A886-4F1CCE99082B}" type="pres">
      <dgm:prSet presAssocID="{473575B2-54AD-460C-9A01-6CD41F5A3C57}" presName="connectorText" presStyleLbl="sibTrans1D1" presStyleIdx="1" presStyleCnt="5"/>
      <dgm:spPr/>
    </dgm:pt>
    <dgm:pt modelId="{4AC436D1-FA4C-4577-8FA7-CDB013D4B971}" type="pres">
      <dgm:prSet presAssocID="{E0A35308-E579-4A55-ABD3-3000B3BE3668}" presName="node" presStyleLbl="node1" presStyleIdx="2" presStyleCnt="6">
        <dgm:presLayoutVars>
          <dgm:bulletEnabled val="1"/>
        </dgm:presLayoutVars>
      </dgm:prSet>
      <dgm:spPr/>
    </dgm:pt>
    <dgm:pt modelId="{A9C4629C-F082-465F-9BC9-8A79D7265C57}" type="pres">
      <dgm:prSet presAssocID="{DF1FB218-C149-461E-81E1-5EB272223455}" presName="sibTrans" presStyleLbl="sibTrans1D1" presStyleIdx="2" presStyleCnt="5"/>
      <dgm:spPr/>
    </dgm:pt>
    <dgm:pt modelId="{D0EEEA7E-719D-47AC-9482-79230E969CCF}" type="pres">
      <dgm:prSet presAssocID="{DF1FB218-C149-461E-81E1-5EB272223455}" presName="connectorText" presStyleLbl="sibTrans1D1" presStyleIdx="2" presStyleCnt="5"/>
      <dgm:spPr/>
    </dgm:pt>
    <dgm:pt modelId="{ADF199CC-5AE9-40E1-9430-85BDD575D93B}" type="pres">
      <dgm:prSet presAssocID="{4B509230-DE21-44B4-A563-A1C685888005}" presName="node" presStyleLbl="node1" presStyleIdx="3" presStyleCnt="6">
        <dgm:presLayoutVars>
          <dgm:bulletEnabled val="1"/>
        </dgm:presLayoutVars>
      </dgm:prSet>
      <dgm:spPr/>
    </dgm:pt>
    <dgm:pt modelId="{9A4A068D-6DA9-4A99-8C2C-DB03700B6973}" type="pres">
      <dgm:prSet presAssocID="{AC38BF48-9A89-48E0-B68A-FF4EE6F95BC0}" presName="sibTrans" presStyleLbl="sibTrans1D1" presStyleIdx="3" presStyleCnt="5"/>
      <dgm:spPr/>
    </dgm:pt>
    <dgm:pt modelId="{59A3FBA5-B494-4340-9F84-0DF244EB00C3}" type="pres">
      <dgm:prSet presAssocID="{AC38BF48-9A89-48E0-B68A-FF4EE6F95BC0}" presName="connectorText" presStyleLbl="sibTrans1D1" presStyleIdx="3" presStyleCnt="5"/>
      <dgm:spPr/>
    </dgm:pt>
    <dgm:pt modelId="{45D0EED8-2385-45D6-B7A4-ACA603982951}" type="pres">
      <dgm:prSet presAssocID="{96D83CE8-5DE1-4D4D-AFCA-0B4D058762AE}" presName="node" presStyleLbl="node1" presStyleIdx="4" presStyleCnt="6">
        <dgm:presLayoutVars>
          <dgm:bulletEnabled val="1"/>
        </dgm:presLayoutVars>
      </dgm:prSet>
      <dgm:spPr/>
    </dgm:pt>
    <dgm:pt modelId="{85965C14-ACED-4C07-9AED-9CD7827BE0F2}" type="pres">
      <dgm:prSet presAssocID="{FCD57970-4BDF-49B8-BAE0-A743B4174EAD}" presName="sibTrans" presStyleLbl="sibTrans1D1" presStyleIdx="4" presStyleCnt="5"/>
      <dgm:spPr/>
    </dgm:pt>
    <dgm:pt modelId="{1EA05A23-4BFE-4C63-BA9C-8684DBB7CB3C}" type="pres">
      <dgm:prSet presAssocID="{FCD57970-4BDF-49B8-BAE0-A743B4174EAD}" presName="connectorText" presStyleLbl="sibTrans1D1" presStyleIdx="4" presStyleCnt="5"/>
      <dgm:spPr/>
    </dgm:pt>
    <dgm:pt modelId="{C866681D-A3E4-4FD4-923C-4D0CBEA3408B}" type="pres">
      <dgm:prSet presAssocID="{EA3AB010-F141-4C3F-BF93-899792C5C77B}" presName="node" presStyleLbl="node1" presStyleIdx="5" presStyleCnt="6">
        <dgm:presLayoutVars>
          <dgm:bulletEnabled val="1"/>
        </dgm:presLayoutVars>
      </dgm:prSet>
      <dgm:spPr/>
    </dgm:pt>
  </dgm:ptLst>
  <dgm:cxnLst>
    <dgm:cxn modelId="{7E799210-4AF3-4D65-AA85-A564DFCD1B55}" type="presOf" srcId="{AC38BF48-9A89-48E0-B68A-FF4EE6F95BC0}" destId="{9A4A068D-6DA9-4A99-8C2C-DB03700B6973}" srcOrd="0" destOrd="0" presId="urn:microsoft.com/office/officeart/2016/7/layout/RepeatingBendingProcessNew"/>
    <dgm:cxn modelId="{46C00D13-9107-4217-8E7B-0EF1F72629F3}" type="presOf" srcId="{AC38BF48-9A89-48E0-B68A-FF4EE6F95BC0}" destId="{59A3FBA5-B494-4340-9F84-0DF244EB00C3}" srcOrd="1" destOrd="0" presId="urn:microsoft.com/office/officeart/2016/7/layout/RepeatingBendingProcessNew"/>
    <dgm:cxn modelId="{DA82C914-0A9D-4486-81AE-E7985986BB87}" type="presOf" srcId="{FCD57970-4BDF-49B8-BAE0-A743B4174EAD}" destId="{1EA05A23-4BFE-4C63-BA9C-8684DBB7CB3C}" srcOrd="1" destOrd="0" presId="urn:microsoft.com/office/officeart/2016/7/layout/RepeatingBendingProcessNew"/>
    <dgm:cxn modelId="{7C944918-3A20-4C5D-9A19-EFE168E9F1ED}" type="presOf" srcId="{96D83CE8-5DE1-4D4D-AFCA-0B4D058762AE}" destId="{45D0EED8-2385-45D6-B7A4-ACA603982951}" srcOrd="0" destOrd="0" presId="urn:microsoft.com/office/officeart/2016/7/layout/RepeatingBendingProcessNew"/>
    <dgm:cxn modelId="{9786D91D-5B8E-48EA-84EA-07BA02B8052F}" type="presOf" srcId="{F3AD9B09-262C-4EA6-8C32-B5ED88623070}" destId="{3DA51812-E941-4C00-8AD9-84AEE2781FBD}" srcOrd="0" destOrd="0" presId="urn:microsoft.com/office/officeart/2016/7/layout/RepeatingBendingProcessNew"/>
    <dgm:cxn modelId="{48B1D825-679F-4CCB-9A8B-EFA19188E8BD}" type="presOf" srcId="{EA3AB010-F141-4C3F-BF93-899792C5C77B}" destId="{C866681D-A3E4-4FD4-923C-4D0CBEA3408B}" srcOrd="0" destOrd="0" presId="urn:microsoft.com/office/officeart/2016/7/layout/RepeatingBendingProcessNew"/>
    <dgm:cxn modelId="{01A55F2F-A8B8-479B-AA8E-43AB280A409C}" type="presOf" srcId="{DF1FB218-C149-461E-81E1-5EB272223455}" destId="{D0EEEA7E-719D-47AC-9482-79230E969CCF}" srcOrd="1" destOrd="0" presId="urn:microsoft.com/office/officeart/2016/7/layout/RepeatingBendingProcessNew"/>
    <dgm:cxn modelId="{06ECFD31-FB59-4717-A77E-BF69A6290EB4}" type="presOf" srcId="{DF1FB218-C149-461E-81E1-5EB272223455}" destId="{A9C4629C-F082-465F-9BC9-8A79D7265C57}" srcOrd="0" destOrd="0" presId="urn:microsoft.com/office/officeart/2016/7/layout/RepeatingBendingProcessNew"/>
    <dgm:cxn modelId="{89857737-D851-4E46-9A06-654FDFE455AA}" type="presOf" srcId="{F7F93F2F-67E7-48C2-9819-D083CEE5969D}" destId="{075D6175-E89C-4780-9170-E06434B52D8D}" srcOrd="1" destOrd="0" presId="urn:microsoft.com/office/officeart/2016/7/layout/RepeatingBendingProcessNew"/>
    <dgm:cxn modelId="{A8FDA240-8AF2-48A7-A0DC-D4B850CB4E14}" srcId="{F3AD9B09-262C-4EA6-8C32-B5ED88623070}" destId="{E0A35308-E579-4A55-ABD3-3000B3BE3668}" srcOrd="2" destOrd="0" parTransId="{2AE7CB73-3606-49AB-B06B-EAF11CA7CD74}" sibTransId="{DF1FB218-C149-461E-81E1-5EB272223455}"/>
    <dgm:cxn modelId="{E3FF8650-4DE2-4501-8614-8488B63105ED}" srcId="{F3AD9B09-262C-4EA6-8C32-B5ED88623070}" destId="{1002FBBE-FE8F-4F12-BBF1-C43DBABA8669}" srcOrd="1" destOrd="0" parTransId="{8848F516-6C54-4FF4-B548-CB39DAEB7FBF}" sibTransId="{473575B2-54AD-460C-9A01-6CD41F5A3C57}"/>
    <dgm:cxn modelId="{39019C77-E967-4A3C-AFC0-569F38CF17D0}" srcId="{F3AD9B09-262C-4EA6-8C32-B5ED88623070}" destId="{96D83CE8-5DE1-4D4D-AFCA-0B4D058762AE}" srcOrd="4" destOrd="0" parTransId="{33D45D3F-77E9-4E67-81F9-442CB41EF9DE}" sibTransId="{FCD57970-4BDF-49B8-BAE0-A743B4174EAD}"/>
    <dgm:cxn modelId="{9E9CCE7B-C913-4A88-8A94-1AD4D105CD49}" type="presOf" srcId="{473575B2-54AD-460C-9A01-6CD41F5A3C57}" destId="{9D258559-B9F5-4A9B-A886-4F1CCE99082B}" srcOrd="1" destOrd="0" presId="urn:microsoft.com/office/officeart/2016/7/layout/RepeatingBendingProcessNew"/>
    <dgm:cxn modelId="{84280F86-46ED-4AF3-B01E-5F7829878636}" type="presOf" srcId="{473575B2-54AD-460C-9A01-6CD41F5A3C57}" destId="{09D44EE8-6A92-4DF7-9367-8242CEDA999D}" srcOrd="0" destOrd="0" presId="urn:microsoft.com/office/officeart/2016/7/layout/RepeatingBendingProcessNew"/>
    <dgm:cxn modelId="{4A4C408E-61B0-4E6A-98C9-57AF12B8098B}" type="presOf" srcId="{E0A35308-E579-4A55-ABD3-3000B3BE3668}" destId="{4AC436D1-FA4C-4577-8FA7-CDB013D4B971}" srcOrd="0" destOrd="0" presId="urn:microsoft.com/office/officeart/2016/7/layout/RepeatingBendingProcessNew"/>
    <dgm:cxn modelId="{F5802592-230F-4622-9889-33B099AE0BA1}" type="presOf" srcId="{F7F93F2F-67E7-48C2-9819-D083CEE5969D}" destId="{C9C1318E-F225-4AA8-8634-60E2AE1A7ED1}" srcOrd="0" destOrd="0" presId="urn:microsoft.com/office/officeart/2016/7/layout/RepeatingBendingProcessNew"/>
    <dgm:cxn modelId="{C15865AF-E641-4A88-B1C1-2B6307EA1A67}" type="presOf" srcId="{FCD57970-4BDF-49B8-BAE0-A743B4174EAD}" destId="{85965C14-ACED-4C07-9AED-9CD7827BE0F2}" srcOrd="0" destOrd="0" presId="urn:microsoft.com/office/officeart/2016/7/layout/RepeatingBendingProcessNew"/>
    <dgm:cxn modelId="{1B1DD0B0-D6B7-4EF9-88B0-03D476419096}" type="presOf" srcId="{1002FBBE-FE8F-4F12-BBF1-C43DBABA8669}" destId="{02613BFC-9617-4092-9008-F8A9A58AD3F4}" srcOrd="0" destOrd="0" presId="urn:microsoft.com/office/officeart/2016/7/layout/RepeatingBendingProcessNew"/>
    <dgm:cxn modelId="{2A5FA3C6-6D81-4F11-A6E8-066666BDFCE4}" srcId="{F3AD9B09-262C-4EA6-8C32-B5ED88623070}" destId="{88194FA8-2A19-4DC4-AD2F-92D6CF0AFB0B}" srcOrd="0" destOrd="0" parTransId="{A7533BDD-A243-4F8F-8612-1D4D14BB1152}" sibTransId="{F7F93F2F-67E7-48C2-9819-D083CEE5969D}"/>
    <dgm:cxn modelId="{1B120CCB-986D-4C9D-99D6-2301AE34CEC8}" srcId="{F3AD9B09-262C-4EA6-8C32-B5ED88623070}" destId="{EA3AB010-F141-4C3F-BF93-899792C5C77B}" srcOrd="5" destOrd="0" parTransId="{BA676D94-1194-47D7-99BF-79CB2B31F46A}" sibTransId="{6CF2224A-5D4C-4D11-9C18-B9B5F28CE4E9}"/>
    <dgm:cxn modelId="{DB201AEC-7BC2-45D3-9492-10B393CF1A3D}" type="presOf" srcId="{88194FA8-2A19-4DC4-AD2F-92D6CF0AFB0B}" destId="{6597E64C-C917-4FEA-ADB3-9D57D1C728E4}" srcOrd="0" destOrd="0" presId="urn:microsoft.com/office/officeart/2016/7/layout/RepeatingBendingProcessNew"/>
    <dgm:cxn modelId="{7E63EBEC-A73E-4B34-8EA9-41753ED8565B}" srcId="{F3AD9B09-262C-4EA6-8C32-B5ED88623070}" destId="{4B509230-DE21-44B4-A563-A1C685888005}" srcOrd="3" destOrd="0" parTransId="{ABD57C47-92A0-43AC-AAB5-63D0DB7EFED0}" sibTransId="{AC38BF48-9A89-48E0-B68A-FF4EE6F95BC0}"/>
    <dgm:cxn modelId="{42116AFC-FEAD-41C8-9823-C8AF7CC5F20E}" type="presOf" srcId="{4B509230-DE21-44B4-A563-A1C685888005}" destId="{ADF199CC-5AE9-40E1-9430-85BDD575D93B}" srcOrd="0" destOrd="0" presId="urn:microsoft.com/office/officeart/2016/7/layout/RepeatingBendingProcessNew"/>
    <dgm:cxn modelId="{4DA223B7-A76F-4E9F-A892-7F0EA28FD4C3}" type="presParOf" srcId="{3DA51812-E941-4C00-8AD9-84AEE2781FBD}" destId="{6597E64C-C917-4FEA-ADB3-9D57D1C728E4}" srcOrd="0" destOrd="0" presId="urn:microsoft.com/office/officeart/2016/7/layout/RepeatingBendingProcessNew"/>
    <dgm:cxn modelId="{AFA4236A-FC02-4586-BCC5-D104AE3D2646}" type="presParOf" srcId="{3DA51812-E941-4C00-8AD9-84AEE2781FBD}" destId="{C9C1318E-F225-4AA8-8634-60E2AE1A7ED1}" srcOrd="1" destOrd="0" presId="urn:microsoft.com/office/officeart/2016/7/layout/RepeatingBendingProcessNew"/>
    <dgm:cxn modelId="{F90CB2A6-C201-45D3-88C9-AECB5FE7CC79}" type="presParOf" srcId="{C9C1318E-F225-4AA8-8634-60E2AE1A7ED1}" destId="{075D6175-E89C-4780-9170-E06434B52D8D}" srcOrd="0" destOrd="0" presId="urn:microsoft.com/office/officeart/2016/7/layout/RepeatingBendingProcessNew"/>
    <dgm:cxn modelId="{68111FDA-E235-48B8-8BA5-81759A7C83FB}" type="presParOf" srcId="{3DA51812-E941-4C00-8AD9-84AEE2781FBD}" destId="{02613BFC-9617-4092-9008-F8A9A58AD3F4}" srcOrd="2" destOrd="0" presId="urn:microsoft.com/office/officeart/2016/7/layout/RepeatingBendingProcessNew"/>
    <dgm:cxn modelId="{FD5B1A13-3E19-49D9-87EA-911F7F826783}" type="presParOf" srcId="{3DA51812-E941-4C00-8AD9-84AEE2781FBD}" destId="{09D44EE8-6A92-4DF7-9367-8242CEDA999D}" srcOrd="3" destOrd="0" presId="urn:microsoft.com/office/officeart/2016/7/layout/RepeatingBendingProcessNew"/>
    <dgm:cxn modelId="{AAA378C0-B2DD-4965-AD89-EC337DEAFC29}" type="presParOf" srcId="{09D44EE8-6A92-4DF7-9367-8242CEDA999D}" destId="{9D258559-B9F5-4A9B-A886-4F1CCE99082B}" srcOrd="0" destOrd="0" presId="urn:microsoft.com/office/officeart/2016/7/layout/RepeatingBendingProcessNew"/>
    <dgm:cxn modelId="{3AC4E3FD-1AF9-4BE0-A4C8-40700CB5B0CC}" type="presParOf" srcId="{3DA51812-E941-4C00-8AD9-84AEE2781FBD}" destId="{4AC436D1-FA4C-4577-8FA7-CDB013D4B971}" srcOrd="4" destOrd="0" presId="urn:microsoft.com/office/officeart/2016/7/layout/RepeatingBendingProcessNew"/>
    <dgm:cxn modelId="{CFA6479D-6C99-4F40-AF36-A8BFACFB7A4A}" type="presParOf" srcId="{3DA51812-E941-4C00-8AD9-84AEE2781FBD}" destId="{A9C4629C-F082-465F-9BC9-8A79D7265C57}" srcOrd="5" destOrd="0" presId="urn:microsoft.com/office/officeart/2016/7/layout/RepeatingBendingProcessNew"/>
    <dgm:cxn modelId="{5F9D3182-A77F-4603-BC67-14565D7FF59E}" type="presParOf" srcId="{A9C4629C-F082-465F-9BC9-8A79D7265C57}" destId="{D0EEEA7E-719D-47AC-9482-79230E969CCF}" srcOrd="0" destOrd="0" presId="urn:microsoft.com/office/officeart/2016/7/layout/RepeatingBendingProcessNew"/>
    <dgm:cxn modelId="{B62699DD-1E58-491B-BE45-940CF9E5EDE3}" type="presParOf" srcId="{3DA51812-E941-4C00-8AD9-84AEE2781FBD}" destId="{ADF199CC-5AE9-40E1-9430-85BDD575D93B}" srcOrd="6" destOrd="0" presId="urn:microsoft.com/office/officeart/2016/7/layout/RepeatingBendingProcessNew"/>
    <dgm:cxn modelId="{CEB52C1C-42BF-4581-8EBF-21BF2602A0CC}" type="presParOf" srcId="{3DA51812-E941-4C00-8AD9-84AEE2781FBD}" destId="{9A4A068D-6DA9-4A99-8C2C-DB03700B6973}" srcOrd="7" destOrd="0" presId="urn:microsoft.com/office/officeart/2016/7/layout/RepeatingBendingProcessNew"/>
    <dgm:cxn modelId="{AF8B93D6-366A-47B8-9522-5692A212934E}" type="presParOf" srcId="{9A4A068D-6DA9-4A99-8C2C-DB03700B6973}" destId="{59A3FBA5-B494-4340-9F84-0DF244EB00C3}" srcOrd="0" destOrd="0" presId="urn:microsoft.com/office/officeart/2016/7/layout/RepeatingBendingProcessNew"/>
    <dgm:cxn modelId="{04B8186C-74FB-4F21-99E2-E69CC84977B5}" type="presParOf" srcId="{3DA51812-E941-4C00-8AD9-84AEE2781FBD}" destId="{45D0EED8-2385-45D6-B7A4-ACA603982951}" srcOrd="8" destOrd="0" presId="urn:microsoft.com/office/officeart/2016/7/layout/RepeatingBendingProcessNew"/>
    <dgm:cxn modelId="{130D2986-917B-4AEE-9172-C43B007C7683}" type="presParOf" srcId="{3DA51812-E941-4C00-8AD9-84AEE2781FBD}" destId="{85965C14-ACED-4C07-9AED-9CD7827BE0F2}" srcOrd="9" destOrd="0" presId="urn:microsoft.com/office/officeart/2016/7/layout/RepeatingBendingProcessNew"/>
    <dgm:cxn modelId="{242993CC-22BF-46E5-A1E7-1F60DC96AD46}" type="presParOf" srcId="{85965C14-ACED-4C07-9AED-9CD7827BE0F2}" destId="{1EA05A23-4BFE-4C63-BA9C-8684DBB7CB3C}" srcOrd="0" destOrd="0" presId="urn:microsoft.com/office/officeart/2016/7/layout/RepeatingBendingProcessNew"/>
    <dgm:cxn modelId="{4281B73F-88F8-4EBD-A765-2E4F8DFF3917}" type="presParOf" srcId="{3DA51812-E941-4C00-8AD9-84AEE2781FBD}" destId="{C866681D-A3E4-4FD4-923C-4D0CBEA3408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1FDE7F-BE89-4868-9367-99C6A8ABB7ED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0E757A-7CFE-4C57-BCCC-21E9CD96D5A7}">
      <dgm:prSet/>
      <dgm:spPr/>
      <dgm:t>
        <a:bodyPr/>
        <a:lstStyle/>
        <a:p>
          <a:r>
            <a:rPr lang="en-US" b="0" i="0" baseline="0" dirty="0"/>
            <a:t>Face is detected from image</a:t>
          </a:r>
          <a:endParaRPr lang="en-US" dirty="0"/>
        </a:p>
      </dgm:t>
    </dgm:pt>
    <dgm:pt modelId="{5AD34B4C-AEF5-43D7-8D50-01F8459781B2}" type="parTrans" cxnId="{D9697BCF-DE78-4114-97CD-6EC27DC62AC3}">
      <dgm:prSet/>
      <dgm:spPr/>
      <dgm:t>
        <a:bodyPr/>
        <a:lstStyle/>
        <a:p>
          <a:endParaRPr lang="en-US"/>
        </a:p>
      </dgm:t>
    </dgm:pt>
    <dgm:pt modelId="{F6F232F9-3A2D-482B-83A5-C1C1A9E6C249}" type="sibTrans" cxnId="{D9697BCF-DE78-4114-97CD-6EC27DC62AC3}">
      <dgm:prSet/>
      <dgm:spPr/>
      <dgm:t>
        <a:bodyPr/>
        <a:lstStyle/>
        <a:p>
          <a:endParaRPr lang="en-US"/>
        </a:p>
      </dgm:t>
    </dgm:pt>
    <dgm:pt modelId="{6862E89E-057D-4332-A558-D167C5E5DA0E}">
      <dgm:prSet/>
      <dgm:spPr/>
      <dgm:t>
        <a:bodyPr/>
        <a:lstStyle/>
        <a:p>
          <a:r>
            <a:rPr lang="en-US" b="0" i="0" baseline="0"/>
            <a:t>A </a:t>
          </a:r>
          <a:r>
            <a:rPr lang="en-US" b="1" i="0" baseline="0"/>
            <a:t>Convolutional Neural Network (CNN)</a:t>
          </a:r>
          <a:r>
            <a:rPr lang="en-US" b="0" i="0" baseline="0"/>
            <a:t> is used</a:t>
          </a:r>
          <a:endParaRPr lang="en-US"/>
        </a:p>
      </dgm:t>
    </dgm:pt>
    <dgm:pt modelId="{7BAA6DD4-83B9-4689-9A34-7BF8FDD9DD46}" type="parTrans" cxnId="{EFC8AE48-6AC5-48AC-9F5A-575BF2082D02}">
      <dgm:prSet/>
      <dgm:spPr/>
      <dgm:t>
        <a:bodyPr/>
        <a:lstStyle/>
        <a:p>
          <a:endParaRPr lang="en-US"/>
        </a:p>
      </dgm:t>
    </dgm:pt>
    <dgm:pt modelId="{0D1CF1C3-0498-43A4-A302-054438AAB074}" type="sibTrans" cxnId="{EFC8AE48-6AC5-48AC-9F5A-575BF2082D02}">
      <dgm:prSet/>
      <dgm:spPr/>
      <dgm:t>
        <a:bodyPr/>
        <a:lstStyle/>
        <a:p>
          <a:endParaRPr lang="en-US"/>
        </a:p>
      </dgm:t>
    </dgm:pt>
    <dgm:pt modelId="{22C2C131-A6EF-44AA-824B-90925529C913}">
      <dgm:prSet/>
      <dgm:spPr/>
      <dgm:t>
        <a:bodyPr/>
        <a:lstStyle/>
        <a:p>
          <a:r>
            <a:rPr lang="en-US" b="0" i="0" baseline="0"/>
            <a:t>Facial features are analyzed to detect emotions such as:</a:t>
          </a:r>
          <a:endParaRPr lang="en-US"/>
        </a:p>
      </dgm:t>
    </dgm:pt>
    <dgm:pt modelId="{80D4EBB3-FAEA-4FCE-B146-3D3A6CED2D2E}" type="parTrans" cxnId="{14FC0639-0858-4B91-A564-7ABFC1A28E22}">
      <dgm:prSet/>
      <dgm:spPr/>
      <dgm:t>
        <a:bodyPr/>
        <a:lstStyle/>
        <a:p>
          <a:endParaRPr lang="en-US"/>
        </a:p>
      </dgm:t>
    </dgm:pt>
    <dgm:pt modelId="{79D09EB4-9936-4D68-A8BB-8FE8370C8460}" type="sibTrans" cxnId="{14FC0639-0858-4B91-A564-7ABFC1A28E22}">
      <dgm:prSet/>
      <dgm:spPr/>
      <dgm:t>
        <a:bodyPr/>
        <a:lstStyle/>
        <a:p>
          <a:endParaRPr lang="en-US"/>
        </a:p>
      </dgm:t>
    </dgm:pt>
    <dgm:pt modelId="{F25EC17C-CCD4-4531-8A62-EDD730A1F7CE}">
      <dgm:prSet/>
      <dgm:spPr/>
      <dgm:t>
        <a:bodyPr/>
        <a:lstStyle/>
        <a:p>
          <a:r>
            <a:rPr lang="en-US" b="0" i="0" baseline="0"/>
            <a:t>Happy</a:t>
          </a:r>
          <a:endParaRPr lang="en-US"/>
        </a:p>
      </dgm:t>
    </dgm:pt>
    <dgm:pt modelId="{04AF48F7-67F8-4CDA-A6D9-77EA451C804A}" type="parTrans" cxnId="{73D60C97-D803-4C55-877A-7AF492BB81E0}">
      <dgm:prSet/>
      <dgm:spPr/>
      <dgm:t>
        <a:bodyPr/>
        <a:lstStyle/>
        <a:p>
          <a:endParaRPr lang="en-US"/>
        </a:p>
      </dgm:t>
    </dgm:pt>
    <dgm:pt modelId="{91663987-EF33-49EC-B3EE-6A4668A9D868}" type="sibTrans" cxnId="{73D60C97-D803-4C55-877A-7AF492BB81E0}">
      <dgm:prSet/>
      <dgm:spPr/>
      <dgm:t>
        <a:bodyPr/>
        <a:lstStyle/>
        <a:p>
          <a:endParaRPr lang="en-US"/>
        </a:p>
      </dgm:t>
    </dgm:pt>
    <dgm:pt modelId="{9562F7F7-1BA0-4F1F-85BB-C6FB46161802}">
      <dgm:prSet/>
      <dgm:spPr/>
      <dgm:t>
        <a:bodyPr/>
        <a:lstStyle/>
        <a:p>
          <a:r>
            <a:rPr lang="en-US" b="0" i="0" baseline="0"/>
            <a:t>Sad</a:t>
          </a:r>
          <a:endParaRPr lang="en-US"/>
        </a:p>
      </dgm:t>
    </dgm:pt>
    <dgm:pt modelId="{A74069B4-DB79-44D6-B58F-F390401941AE}" type="parTrans" cxnId="{E84F7C41-63D5-4F8D-95DC-DEF08E60DDC7}">
      <dgm:prSet/>
      <dgm:spPr/>
      <dgm:t>
        <a:bodyPr/>
        <a:lstStyle/>
        <a:p>
          <a:endParaRPr lang="en-US"/>
        </a:p>
      </dgm:t>
    </dgm:pt>
    <dgm:pt modelId="{09A983E9-CDCE-4D46-9122-F6A3E47B4F2B}" type="sibTrans" cxnId="{E84F7C41-63D5-4F8D-95DC-DEF08E60DDC7}">
      <dgm:prSet/>
      <dgm:spPr/>
      <dgm:t>
        <a:bodyPr/>
        <a:lstStyle/>
        <a:p>
          <a:endParaRPr lang="en-US"/>
        </a:p>
      </dgm:t>
    </dgm:pt>
    <dgm:pt modelId="{688BC2C7-2590-4BFB-A1E5-3E0ECA894EED}">
      <dgm:prSet/>
      <dgm:spPr/>
      <dgm:t>
        <a:bodyPr/>
        <a:lstStyle/>
        <a:p>
          <a:r>
            <a:rPr lang="en-US" b="0" i="0" baseline="0"/>
            <a:t>Angry</a:t>
          </a:r>
          <a:endParaRPr lang="en-US"/>
        </a:p>
      </dgm:t>
    </dgm:pt>
    <dgm:pt modelId="{1A74E68E-CBD0-46A9-BF2C-5F9BD178D528}" type="parTrans" cxnId="{0A16188C-801E-4DAD-98B5-6634233B4C87}">
      <dgm:prSet/>
      <dgm:spPr/>
      <dgm:t>
        <a:bodyPr/>
        <a:lstStyle/>
        <a:p>
          <a:endParaRPr lang="en-US"/>
        </a:p>
      </dgm:t>
    </dgm:pt>
    <dgm:pt modelId="{DF511D55-902E-4A84-96C0-43927B4B0CDA}" type="sibTrans" cxnId="{0A16188C-801E-4DAD-98B5-6634233B4C87}">
      <dgm:prSet/>
      <dgm:spPr/>
      <dgm:t>
        <a:bodyPr/>
        <a:lstStyle/>
        <a:p>
          <a:endParaRPr lang="en-US"/>
        </a:p>
      </dgm:t>
    </dgm:pt>
    <dgm:pt modelId="{A9956D28-BCBB-4BB7-84FB-9C0E4E377D2A}">
      <dgm:prSet/>
      <dgm:spPr/>
      <dgm:t>
        <a:bodyPr/>
        <a:lstStyle/>
        <a:p>
          <a:r>
            <a:rPr lang="en-US" b="0" i="0" baseline="0"/>
            <a:t>Neutral</a:t>
          </a:r>
          <a:endParaRPr lang="en-US"/>
        </a:p>
      </dgm:t>
    </dgm:pt>
    <dgm:pt modelId="{55C5323B-A8F4-48A6-B501-AB9E052194D4}" type="parTrans" cxnId="{55182553-1A1D-40A2-9DCE-D9565D60D1DF}">
      <dgm:prSet/>
      <dgm:spPr/>
      <dgm:t>
        <a:bodyPr/>
        <a:lstStyle/>
        <a:p>
          <a:endParaRPr lang="en-US"/>
        </a:p>
      </dgm:t>
    </dgm:pt>
    <dgm:pt modelId="{7B14ACE4-99BE-44E1-A06F-6D70AF8452C0}" type="sibTrans" cxnId="{55182553-1A1D-40A2-9DCE-D9565D60D1DF}">
      <dgm:prSet/>
      <dgm:spPr/>
      <dgm:t>
        <a:bodyPr/>
        <a:lstStyle/>
        <a:p>
          <a:endParaRPr lang="en-US"/>
        </a:p>
      </dgm:t>
    </dgm:pt>
    <dgm:pt modelId="{7BA90859-1A84-4A3D-9983-37FB666E3198}">
      <dgm:prSet/>
      <dgm:spPr/>
      <dgm:t>
        <a:bodyPr/>
        <a:lstStyle/>
        <a:p>
          <a:r>
            <a:rPr lang="en-US"/>
            <a:t>Fearful</a:t>
          </a:r>
        </a:p>
      </dgm:t>
    </dgm:pt>
    <dgm:pt modelId="{BF42DBAF-3F90-43E4-A753-10350E32B127}" type="parTrans" cxnId="{9E2A7BDF-B409-4208-87F0-9D0D258A0279}">
      <dgm:prSet/>
      <dgm:spPr/>
      <dgm:t>
        <a:bodyPr/>
        <a:lstStyle/>
        <a:p>
          <a:endParaRPr lang="en-US"/>
        </a:p>
      </dgm:t>
    </dgm:pt>
    <dgm:pt modelId="{3EE23E3D-1E70-4CFA-B09A-60461AB58F2E}" type="sibTrans" cxnId="{9E2A7BDF-B409-4208-87F0-9D0D258A0279}">
      <dgm:prSet/>
      <dgm:spPr/>
      <dgm:t>
        <a:bodyPr/>
        <a:lstStyle/>
        <a:p>
          <a:endParaRPr lang="en-US"/>
        </a:p>
      </dgm:t>
    </dgm:pt>
    <dgm:pt modelId="{F04EBFE8-0599-4111-AC88-3043AD703C8F}" type="pres">
      <dgm:prSet presAssocID="{151FDE7F-BE89-4868-9367-99C6A8ABB7ED}" presName="vert0" presStyleCnt="0">
        <dgm:presLayoutVars>
          <dgm:dir/>
          <dgm:animOne val="branch"/>
          <dgm:animLvl val="lvl"/>
        </dgm:presLayoutVars>
      </dgm:prSet>
      <dgm:spPr/>
    </dgm:pt>
    <dgm:pt modelId="{D45012EF-3234-4A27-83F7-7FB2700291E2}" type="pres">
      <dgm:prSet presAssocID="{280E757A-7CFE-4C57-BCCC-21E9CD96D5A7}" presName="thickLine" presStyleLbl="alignNode1" presStyleIdx="0" presStyleCnt="8"/>
      <dgm:spPr/>
    </dgm:pt>
    <dgm:pt modelId="{481365A2-B26F-4AE1-AB88-B72F26277E58}" type="pres">
      <dgm:prSet presAssocID="{280E757A-7CFE-4C57-BCCC-21E9CD96D5A7}" presName="horz1" presStyleCnt="0"/>
      <dgm:spPr/>
    </dgm:pt>
    <dgm:pt modelId="{3769B5B8-6670-4C08-A181-C088A822AE24}" type="pres">
      <dgm:prSet presAssocID="{280E757A-7CFE-4C57-BCCC-21E9CD96D5A7}" presName="tx1" presStyleLbl="revTx" presStyleIdx="0" presStyleCnt="8"/>
      <dgm:spPr/>
    </dgm:pt>
    <dgm:pt modelId="{58106522-23C2-4178-9749-5B55255699E4}" type="pres">
      <dgm:prSet presAssocID="{280E757A-7CFE-4C57-BCCC-21E9CD96D5A7}" presName="vert1" presStyleCnt="0"/>
      <dgm:spPr/>
    </dgm:pt>
    <dgm:pt modelId="{88E1D7AC-638A-4EE2-8D57-2F559C7C386F}" type="pres">
      <dgm:prSet presAssocID="{6862E89E-057D-4332-A558-D167C5E5DA0E}" presName="thickLine" presStyleLbl="alignNode1" presStyleIdx="1" presStyleCnt="8"/>
      <dgm:spPr/>
    </dgm:pt>
    <dgm:pt modelId="{50A69730-4CD5-4972-91E7-12CDDB523ED6}" type="pres">
      <dgm:prSet presAssocID="{6862E89E-057D-4332-A558-D167C5E5DA0E}" presName="horz1" presStyleCnt="0"/>
      <dgm:spPr/>
    </dgm:pt>
    <dgm:pt modelId="{7B7DAAB3-F8A1-49FE-ADEF-2462D1357D4F}" type="pres">
      <dgm:prSet presAssocID="{6862E89E-057D-4332-A558-D167C5E5DA0E}" presName="tx1" presStyleLbl="revTx" presStyleIdx="1" presStyleCnt="8"/>
      <dgm:spPr/>
    </dgm:pt>
    <dgm:pt modelId="{C437F052-2578-4820-9F85-7601A22BF08A}" type="pres">
      <dgm:prSet presAssocID="{6862E89E-057D-4332-A558-D167C5E5DA0E}" presName="vert1" presStyleCnt="0"/>
      <dgm:spPr/>
    </dgm:pt>
    <dgm:pt modelId="{0191AD75-AEFC-4EA1-95B8-DAFDDFEE40CE}" type="pres">
      <dgm:prSet presAssocID="{22C2C131-A6EF-44AA-824B-90925529C913}" presName="thickLine" presStyleLbl="alignNode1" presStyleIdx="2" presStyleCnt="8"/>
      <dgm:spPr/>
    </dgm:pt>
    <dgm:pt modelId="{7C01542B-EA7F-42F2-83EF-DBBFFC144AAF}" type="pres">
      <dgm:prSet presAssocID="{22C2C131-A6EF-44AA-824B-90925529C913}" presName="horz1" presStyleCnt="0"/>
      <dgm:spPr/>
    </dgm:pt>
    <dgm:pt modelId="{967C04FB-59FD-4AAB-BEA0-12BA3EF96F7B}" type="pres">
      <dgm:prSet presAssocID="{22C2C131-A6EF-44AA-824B-90925529C913}" presName="tx1" presStyleLbl="revTx" presStyleIdx="2" presStyleCnt="8"/>
      <dgm:spPr/>
    </dgm:pt>
    <dgm:pt modelId="{C3F47DD0-3BC1-4831-AF1D-6E6936DCA6D5}" type="pres">
      <dgm:prSet presAssocID="{22C2C131-A6EF-44AA-824B-90925529C913}" presName="vert1" presStyleCnt="0"/>
      <dgm:spPr/>
    </dgm:pt>
    <dgm:pt modelId="{B27ECDE5-1D92-4BC5-83A3-305665AFB893}" type="pres">
      <dgm:prSet presAssocID="{F25EC17C-CCD4-4531-8A62-EDD730A1F7CE}" presName="thickLine" presStyleLbl="alignNode1" presStyleIdx="3" presStyleCnt="8"/>
      <dgm:spPr/>
    </dgm:pt>
    <dgm:pt modelId="{0B1867F0-EE1A-49C3-8DB6-6A832CE9406F}" type="pres">
      <dgm:prSet presAssocID="{F25EC17C-CCD4-4531-8A62-EDD730A1F7CE}" presName="horz1" presStyleCnt="0"/>
      <dgm:spPr/>
    </dgm:pt>
    <dgm:pt modelId="{9D1AEB01-D71B-417B-A892-483457BF9750}" type="pres">
      <dgm:prSet presAssocID="{F25EC17C-CCD4-4531-8A62-EDD730A1F7CE}" presName="tx1" presStyleLbl="revTx" presStyleIdx="3" presStyleCnt="8"/>
      <dgm:spPr/>
    </dgm:pt>
    <dgm:pt modelId="{DEDDDE3E-9493-4302-BBAA-CB2386B0EDE5}" type="pres">
      <dgm:prSet presAssocID="{F25EC17C-CCD4-4531-8A62-EDD730A1F7CE}" presName="vert1" presStyleCnt="0"/>
      <dgm:spPr/>
    </dgm:pt>
    <dgm:pt modelId="{91468369-600F-480D-99A9-F8D52DBA7D86}" type="pres">
      <dgm:prSet presAssocID="{9562F7F7-1BA0-4F1F-85BB-C6FB46161802}" presName="thickLine" presStyleLbl="alignNode1" presStyleIdx="4" presStyleCnt="8"/>
      <dgm:spPr/>
    </dgm:pt>
    <dgm:pt modelId="{8EA48C28-74E5-4E1A-A882-761D283642F9}" type="pres">
      <dgm:prSet presAssocID="{9562F7F7-1BA0-4F1F-85BB-C6FB46161802}" presName="horz1" presStyleCnt="0"/>
      <dgm:spPr/>
    </dgm:pt>
    <dgm:pt modelId="{DDC1AA79-65BB-420A-8C79-C54AA256CDE8}" type="pres">
      <dgm:prSet presAssocID="{9562F7F7-1BA0-4F1F-85BB-C6FB46161802}" presName="tx1" presStyleLbl="revTx" presStyleIdx="4" presStyleCnt="8"/>
      <dgm:spPr/>
    </dgm:pt>
    <dgm:pt modelId="{66976C32-1834-455D-915A-7AC145BFF430}" type="pres">
      <dgm:prSet presAssocID="{9562F7F7-1BA0-4F1F-85BB-C6FB46161802}" presName="vert1" presStyleCnt="0"/>
      <dgm:spPr/>
    </dgm:pt>
    <dgm:pt modelId="{F3417B59-BFC2-44BB-8439-62FAD558E3B0}" type="pres">
      <dgm:prSet presAssocID="{688BC2C7-2590-4BFB-A1E5-3E0ECA894EED}" presName="thickLine" presStyleLbl="alignNode1" presStyleIdx="5" presStyleCnt="8"/>
      <dgm:spPr/>
    </dgm:pt>
    <dgm:pt modelId="{59C72A0A-1268-40DE-9E16-2CC91936CB36}" type="pres">
      <dgm:prSet presAssocID="{688BC2C7-2590-4BFB-A1E5-3E0ECA894EED}" presName="horz1" presStyleCnt="0"/>
      <dgm:spPr/>
    </dgm:pt>
    <dgm:pt modelId="{8B14C8D4-034A-4EF1-BE7F-9129EFA14292}" type="pres">
      <dgm:prSet presAssocID="{688BC2C7-2590-4BFB-A1E5-3E0ECA894EED}" presName="tx1" presStyleLbl="revTx" presStyleIdx="5" presStyleCnt="8"/>
      <dgm:spPr/>
    </dgm:pt>
    <dgm:pt modelId="{9175DDAD-11E7-41F1-B7AB-16BF400DF508}" type="pres">
      <dgm:prSet presAssocID="{688BC2C7-2590-4BFB-A1E5-3E0ECA894EED}" presName="vert1" presStyleCnt="0"/>
      <dgm:spPr/>
    </dgm:pt>
    <dgm:pt modelId="{1AE623AF-6797-47CE-9C8F-2E2D08047AB8}" type="pres">
      <dgm:prSet presAssocID="{A9956D28-BCBB-4BB7-84FB-9C0E4E377D2A}" presName="thickLine" presStyleLbl="alignNode1" presStyleIdx="6" presStyleCnt="8"/>
      <dgm:spPr/>
    </dgm:pt>
    <dgm:pt modelId="{D4FE5880-89CD-4472-991D-E6D817452BD4}" type="pres">
      <dgm:prSet presAssocID="{A9956D28-BCBB-4BB7-84FB-9C0E4E377D2A}" presName="horz1" presStyleCnt="0"/>
      <dgm:spPr/>
    </dgm:pt>
    <dgm:pt modelId="{123D65CC-0886-4B5C-B521-BDBBBD346DA0}" type="pres">
      <dgm:prSet presAssocID="{A9956D28-BCBB-4BB7-84FB-9C0E4E377D2A}" presName="tx1" presStyleLbl="revTx" presStyleIdx="6" presStyleCnt="8"/>
      <dgm:spPr/>
    </dgm:pt>
    <dgm:pt modelId="{76765B49-1451-480B-AE83-A9D9C683E602}" type="pres">
      <dgm:prSet presAssocID="{A9956D28-BCBB-4BB7-84FB-9C0E4E377D2A}" presName="vert1" presStyleCnt="0"/>
      <dgm:spPr/>
    </dgm:pt>
    <dgm:pt modelId="{EB5EF850-FD5A-41B7-9CEF-1C41EB3CC7F6}" type="pres">
      <dgm:prSet presAssocID="{7BA90859-1A84-4A3D-9983-37FB666E3198}" presName="thickLine" presStyleLbl="alignNode1" presStyleIdx="7" presStyleCnt="8"/>
      <dgm:spPr/>
    </dgm:pt>
    <dgm:pt modelId="{2F1BA341-4786-49AF-A942-DBE68B4998E0}" type="pres">
      <dgm:prSet presAssocID="{7BA90859-1A84-4A3D-9983-37FB666E3198}" presName="horz1" presStyleCnt="0"/>
      <dgm:spPr/>
    </dgm:pt>
    <dgm:pt modelId="{1FF0A46D-79EA-494C-8869-75324283C84E}" type="pres">
      <dgm:prSet presAssocID="{7BA90859-1A84-4A3D-9983-37FB666E3198}" presName="tx1" presStyleLbl="revTx" presStyleIdx="7" presStyleCnt="8"/>
      <dgm:spPr/>
    </dgm:pt>
    <dgm:pt modelId="{18FCA87C-BFE0-4493-AB9B-FE6A0D165130}" type="pres">
      <dgm:prSet presAssocID="{7BA90859-1A84-4A3D-9983-37FB666E3198}" presName="vert1" presStyleCnt="0"/>
      <dgm:spPr/>
    </dgm:pt>
  </dgm:ptLst>
  <dgm:cxnLst>
    <dgm:cxn modelId="{8F6CF82B-6F24-48E0-AD44-33554F27C87E}" type="presOf" srcId="{280E757A-7CFE-4C57-BCCC-21E9CD96D5A7}" destId="{3769B5B8-6670-4C08-A181-C088A822AE24}" srcOrd="0" destOrd="0" presId="urn:microsoft.com/office/officeart/2008/layout/LinedList"/>
    <dgm:cxn modelId="{14FC0639-0858-4B91-A564-7ABFC1A28E22}" srcId="{151FDE7F-BE89-4868-9367-99C6A8ABB7ED}" destId="{22C2C131-A6EF-44AA-824B-90925529C913}" srcOrd="2" destOrd="0" parTransId="{80D4EBB3-FAEA-4FCE-B146-3D3A6CED2D2E}" sibTransId="{79D09EB4-9936-4D68-A8BB-8FE8370C8460}"/>
    <dgm:cxn modelId="{E84F7C41-63D5-4F8D-95DC-DEF08E60DDC7}" srcId="{151FDE7F-BE89-4868-9367-99C6A8ABB7ED}" destId="{9562F7F7-1BA0-4F1F-85BB-C6FB46161802}" srcOrd="4" destOrd="0" parTransId="{A74069B4-DB79-44D6-B58F-F390401941AE}" sibTransId="{09A983E9-CDCE-4D46-9122-F6A3E47B4F2B}"/>
    <dgm:cxn modelId="{669A6B67-3164-4A8E-A290-F263A046D952}" type="presOf" srcId="{151FDE7F-BE89-4868-9367-99C6A8ABB7ED}" destId="{F04EBFE8-0599-4111-AC88-3043AD703C8F}" srcOrd="0" destOrd="0" presId="urn:microsoft.com/office/officeart/2008/layout/LinedList"/>
    <dgm:cxn modelId="{EFC8AE48-6AC5-48AC-9F5A-575BF2082D02}" srcId="{151FDE7F-BE89-4868-9367-99C6A8ABB7ED}" destId="{6862E89E-057D-4332-A558-D167C5E5DA0E}" srcOrd="1" destOrd="0" parTransId="{7BAA6DD4-83B9-4689-9A34-7BF8FDD9DD46}" sibTransId="{0D1CF1C3-0498-43A4-A302-054438AAB074}"/>
    <dgm:cxn modelId="{3569FB6D-6778-4F06-AFB0-639DDB89665D}" type="presOf" srcId="{9562F7F7-1BA0-4F1F-85BB-C6FB46161802}" destId="{DDC1AA79-65BB-420A-8C79-C54AA256CDE8}" srcOrd="0" destOrd="0" presId="urn:microsoft.com/office/officeart/2008/layout/LinedList"/>
    <dgm:cxn modelId="{55182553-1A1D-40A2-9DCE-D9565D60D1DF}" srcId="{151FDE7F-BE89-4868-9367-99C6A8ABB7ED}" destId="{A9956D28-BCBB-4BB7-84FB-9C0E4E377D2A}" srcOrd="6" destOrd="0" parTransId="{55C5323B-A8F4-48A6-B501-AB9E052194D4}" sibTransId="{7B14ACE4-99BE-44E1-A06F-6D70AF8452C0}"/>
    <dgm:cxn modelId="{CDBEA758-6FFD-40C5-9CC3-DE070CF2F30A}" type="presOf" srcId="{6862E89E-057D-4332-A558-D167C5E5DA0E}" destId="{7B7DAAB3-F8A1-49FE-ADEF-2462D1357D4F}" srcOrd="0" destOrd="0" presId="urn:microsoft.com/office/officeart/2008/layout/LinedList"/>
    <dgm:cxn modelId="{0877A67A-8936-42C4-86AA-FFEA11A627F2}" type="presOf" srcId="{F25EC17C-CCD4-4531-8A62-EDD730A1F7CE}" destId="{9D1AEB01-D71B-417B-A892-483457BF9750}" srcOrd="0" destOrd="0" presId="urn:microsoft.com/office/officeart/2008/layout/LinedList"/>
    <dgm:cxn modelId="{0A16188C-801E-4DAD-98B5-6634233B4C87}" srcId="{151FDE7F-BE89-4868-9367-99C6A8ABB7ED}" destId="{688BC2C7-2590-4BFB-A1E5-3E0ECA894EED}" srcOrd="5" destOrd="0" parTransId="{1A74E68E-CBD0-46A9-BF2C-5F9BD178D528}" sibTransId="{DF511D55-902E-4A84-96C0-43927B4B0CDA}"/>
    <dgm:cxn modelId="{73D60C97-D803-4C55-877A-7AF492BB81E0}" srcId="{151FDE7F-BE89-4868-9367-99C6A8ABB7ED}" destId="{F25EC17C-CCD4-4531-8A62-EDD730A1F7CE}" srcOrd="3" destOrd="0" parTransId="{04AF48F7-67F8-4CDA-A6D9-77EA451C804A}" sibTransId="{91663987-EF33-49EC-B3EE-6A4668A9D868}"/>
    <dgm:cxn modelId="{7AD3CAAA-EB49-4488-80DF-2ABD79A279D5}" type="presOf" srcId="{A9956D28-BCBB-4BB7-84FB-9C0E4E377D2A}" destId="{123D65CC-0886-4B5C-B521-BDBBBD346DA0}" srcOrd="0" destOrd="0" presId="urn:microsoft.com/office/officeart/2008/layout/LinedList"/>
    <dgm:cxn modelId="{278461B1-0298-4DE2-9677-E93743E33076}" type="presOf" srcId="{7BA90859-1A84-4A3D-9983-37FB666E3198}" destId="{1FF0A46D-79EA-494C-8869-75324283C84E}" srcOrd="0" destOrd="0" presId="urn:microsoft.com/office/officeart/2008/layout/LinedList"/>
    <dgm:cxn modelId="{7485A1B1-D150-43BF-AF07-9729FC0E1715}" type="presOf" srcId="{22C2C131-A6EF-44AA-824B-90925529C913}" destId="{967C04FB-59FD-4AAB-BEA0-12BA3EF96F7B}" srcOrd="0" destOrd="0" presId="urn:microsoft.com/office/officeart/2008/layout/LinedList"/>
    <dgm:cxn modelId="{D9697BCF-DE78-4114-97CD-6EC27DC62AC3}" srcId="{151FDE7F-BE89-4868-9367-99C6A8ABB7ED}" destId="{280E757A-7CFE-4C57-BCCC-21E9CD96D5A7}" srcOrd="0" destOrd="0" parTransId="{5AD34B4C-AEF5-43D7-8D50-01F8459781B2}" sibTransId="{F6F232F9-3A2D-482B-83A5-C1C1A9E6C249}"/>
    <dgm:cxn modelId="{9E2A7BDF-B409-4208-87F0-9D0D258A0279}" srcId="{151FDE7F-BE89-4868-9367-99C6A8ABB7ED}" destId="{7BA90859-1A84-4A3D-9983-37FB666E3198}" srcOrd="7" destOrd="0" parTransId="{BF42DBAF-3F90-43E4-A753-10350E32B127}" sibTransId="{3EE23E3D-1E70-4CFA-B09A-60461AB58F2E}"/>
    <dgm:cxn modelId="{BB5A1FF3-A357-4C94-B9A0-1F55C6F08ADF}" type="presOf" srcId="{688BC2C7-2590-4BFB-A1E5-3E0ECA894EED}" destId="{8B14C8D4-034A-4EF1-BE7F-9129EFA14292}" srcOrd="0" destOrd="0" presId="urn:microsoft.com/office/officeart/2008/layout/LinedList"/>
    <dgm:cxn modelId="{F6463CC3-0123-41E0-88E5-DF1615A8FCF4}" type="presParOf" srcId="{F04EBFE8-0599-4111-AC88-3043AD703C8F}" destId="{D45012EF-3234-4A27-83F7-7FB2700291E2}" srcOrd="0" destOrd="0" presId="urn:microsoft.com/office/officeart/2008/layout/LinedList"/>
    <dgm:cxn modelId="{143D2F07-DDB7-4CDD-A98A-93397C041EB8}" type="presParOf" srcId="{F04EBFE8-0599-4111-AC88-3043AD703C8F}" destId="{481365A2-B26F-4AE1-AB88-B72F26277E58}" srcOrd="1" destOrd="0" presId="urn:microsoft.com/office/officeart/2008/layout/LinedList"/>
    <dgm:cxn modelId="{09CE1B2C-5F3E-4B4F-82F0-8ADC69B76D38}" type="presParOf" srcId="{481365A2-B26F-4AE1-AB88-B72F26277E58}" destId="{3769B5B8-6670-4C08-A181-C088A822AE24}" srcOrd="0" destOrd="0" presId="urn:microsoft.com/office/officeart/2008/layout/LinedList"/>
    <dgm:cxn modelId="{3E6B88A5-8101-4293-A8C3-FD3D55ED9C24}" type="presParOf" srcId="{481365A2-B26F-4AE1-AB88-B72F26277E58}" destId="{58106522-23C2-4178-9749-5B55255699E4}" srcOrd="1" destOrd="0" presId="urn:microsoft.com/office/officeart/2008/layout/LinedList"/>
    <dgm:cxn modelId="{D474EBE9-CABD-450D-BE0A-9FC0092E5081}" type="presParOf" srcId="{F04EBFE8-0599-4111-AC88-3043AD703C8F}" destId="{88E1D7AC-638A-4EE2-8D57-2F559C7C386F}" srcOrd="2" destOrd="0" presId="urn:microsoft.com/office/officeart/2008/layout/LinedList"/>
    <dgm:cxn modelId="{7CD6463E-BB0B-494F-B8A7-D491EA8F8809}" type="presParOf" srcId="{F04EBFE8-0599-4111-AC88-3043AD703C8F}" destId="{50A69730-4CD5-4972-91E7-12CDDB523ED6}" srcOrd="3" destOrd="0" presId="urn:microsoft.com/office/officeart/2008/layout/LinedList"/>
    <dgm:cxn modelId="{5BFEC110-8373-4E38-859B-A749A60A4174}" type="presParOf" srcId="{50A69730-4CD5-4972-91E7-12CDDB523ED6}" destId="{7B7DAAB3-F8A1-49FE-ADEF-2462D1357D4F}" srcOrd="0" destOrd="0" presId="urn:microsoft.com/office/officeart/2008/layout/LinedList"/>
    <dgm:cxn modelId="{D4181914-914D-4708-A5B1-EEDEBB56052C}" type="presParOf" srcId="{50A69730-4CD5-4972-91E7-12CDDB523ED6}" destId="{C437F052-2578-4820-9F85-7601A22BF08A}" srcOrd="1" destOrd="0" presId="urn:microsoft.com/office/officeart/2008/layout/LinedList"/>
    <dgm:cxn modelId="{B5439405-859A-4331-807B-B7068F841500}" type="presParOf" srcId="{F04EBFE8-0599-4111-AC88-3043AD703C8F}" destId="{0191AD75-AEFC-4EA1-95B8-DAFDDFEE40CE}" srcOrd="4" destOrd="0" presId="urn:microsoft.com/office/officeart/2008/layout/LinedList"/>
    <dgm:cxn modelId="{1D0D8D35-A6FC-4A07-8F0A-228284CE35F4}" type="presParOf" srcId="{F04EBFE8-0599-4111-AC88-3043AD703C8F}" destId="{7C01542B-EA7F-42F2-83EF-DBBFFC144AAF}" srcOrd="5" destOrd="0" presId="urn:microsoft.com/office/officeart/2008/layout/LinedList"/>
    <dgm:cxn modelId="{CB62C159-907B-4880-BDF0-F3B6EE2D593C}" type="presParOf" srcId="{7C01542B-EA7F-42F2-83EF-DBBFFC144AAF}" destId="{967C04FB-59FD-4AAB-BEA0-12BA3EF96F7B}" srcOrd="0" destOrd="0" presId="urn:microsoft.com/office/officeart/2008/layout/LinedList"/>
    <dgm:cxn modelId="{CE7AB8CD-6349-435A-A215-07AC81F40CB4}" type="presParOf" srcId="{7C01542B-EA7F-42F2-83EF-DBBFFC144AAF}" destId="{C3F47DD0-3BC1-4831-AF1D-6E6936DCA6D5}" srcOrd="1" destOrd="0" presId="urn:microsoft.com/office/officeart/2008/layout/LinedList"/>
    <dgm:cxn modelId="{1C113AAB-6FE8-45F2-B05B-751531E22F49}" type="presParOf" srcId="{F04EBFE8-0599-4111-AC88-3043AD703C8F}" destId="{B27ECDE5-1D92-4BC5-83A3-305665AFB893}" srcOrd="6" destOrd="0" presId="urn:microsoft.com/office/officeart/2008/layout/LinedList"/>
    <dgm:cxn modelId="{F5D9BF89-3321-4CB2-B087-EFD5A2AB8060}" type="presParOf" srcId="{F04EBFE8-0599-4111-AC88-3043AD703C8F}" destId="{0B1867F0-EE1A-49C3-8DB6-6A832CE9406F}" srcOrd="7" destOrd="0" presId="urn:microsoft.com/office/officeart/2008/layout/LinedList"/>
    <dgm:cxn modelId="{EBC9F17C-42A7-44A4-8FC4-4F2B4236B842}" type="presParOf" srcId="{0B1867F0-EE1A-49C3-8DB6-6A832CE9406F}" destId="{9D1AEB01-D71B-417B-A892-483457BF9750}" srcOrd="0" destOrd="0" presId="urn:microsoft.com/office/officeart/2008/layout/LinedList"/>
    <dgm:cxn modelId="{91A9A07A-9F70-4842-866A-5E3AC3A1B6EF}" type="presParOf" srcId="{0B1867F0-EE1A-49C3-8DB6-6A832CE9406F}" destId="{DEDDDE3E-9493-4302-BBAA-CB2386B0EDE5}" srcOrd="1" destOrd="0" presId="urn:microsoft.com/office/officeart/2008/layout/LinedList"/>
    <dgm:cxn modelId="{E435C47E-7C4C-4759-BBD2-031F10B3DC22}" type="presParOf" srcId="{F04EBFE8-0599-4111-AC88-3043AD703C8F}" destId="{91468369-600F-480D-99A9-F8D52DBA7D86}" srcOrd="8" destOrd="0" presId="urn:microsoft.com/office/officeart/2008/layout/LinedList"/>
    <dgm:cxn modelId="{C96DAA65-E459-4CD4-BA51-5C75CD878591}" type="presParOf" srcId="{F04EBFE8-0599-4111-AC88-3043AD703C8F}" destId="{8EA48C28-74E5-4E1A-A882-761D283642F9}" srcOrd="9" destOrd="0" presId="urn:microsoft.com/office/officeart/2008/layout/LinedList"/>
    <dgm:cxn modelId="{E71F36D7-683D-44E0-BDAC-2E741EE6977C}" type="presParOf" srcId="{8EA48C28-74E5-4E1A-A882-761D283642F9}" destId="{DDC1AA79-65BB-420A-8C79-C54AA256CDE8}" srcOrd="0" destOrd="0" presId="urn:microsoft.com/office/officeart/2008/layout/LinedList"/>
    <dgm:cxn modelId="{1FC5A4C5-E563-4ED4-9FB3-6FBE04224F47}" type="presParOf" srcId="{8EA48C28-74E5-4E1A-A882-761D283642F9}" destId="{66976C32-1834-455D-915A-7AC145BFF430}" srcOrd="1" destOrd="0" presId="urn:microsoft.com/office/officeart/2008/layout/LinedList"/>
    <dgm:cxn modelId="{7B8486D5-2B43-42FF-96A7-39A5FE7B4748}" type="presParOf" srcId="{F04EBFE8-0599-4111-AC88-3043AD703C8F}" destId="{F3417B59-BFC2-44BB-8439-62FAD558E3B0}" srcOrd="10" destOrd="0" presId="urn:microsoft.com/office/officeart/2008/layout/LinedList"/>
    <dgm:cxn modelId="{E2D30729-F394-4528-9F13-8E8ABAE76B78}" type="presParOf" srcId="{F04EBFE8-0599-4111-AC88-3043AD703C8F}" destId="{59C72A0A-1268-40DE-9E16-2CC91936CB36}" srcOrd="11" destOrd="0" presId="urn:microsoft.com/office/officeart/2008/layout/LinedList"/>
    <dgm:cxn modelId="{C33DFB97-9655-4061-823E-A9F1B08B23BD}" type="presParOf" srcId="{59C72A0A-1268-40DE-9E16-2CC91936CB36}" destId="{8B14C8D4-034A-4EF1-BE7F-9129EFA14292}" srcOrd="0" destOrd="0" presId="urn:microsoft.com/office/officeart/2008/layout/LinedList"/>
    <dgm:cxn modelId="{909C9AB9-5D56-457F-B093-D5FB7F4DB06E}" type="presParOf" srcId="{59C72A0A-1268-40DE-9E16-2CC91936CB36}" destId="{9175DDAD-11E7-41F1-B7AB-16BF400DF508}" srcOrd="1" destOrd="0" presId="urn:microsoft.com/office/officeart/2008/layout/LinedList"/>
    <dgm:cxn modelId="{45CD598A-F5A4-4F3E-8FDB-2F284F6A8709}" type="presParOf" srcId="{F04EBFE8-0599-4111-AC88-3043AD703C8F}" destId="{1AE623AF-6797-47CE-9C8F-2E2D08047AB8}" srcOrd="12" destOrd="0" presId="urn:microsoft.com/office/officeart/2008/layout/LinedList"/>
    <dgm:cxn modelId="{B03C7E9C-C549-4439-A47B-8851A8A92341}" type="presParOf" srcId="{F04EBFE8-0599-4111-AC88-3043AD703C8F}" destId="{D4FE5880-89CD-4472-991D-E6D817452BD4}" srcOrd="13" destOrd="0" presId="urn:microsoft.com/office/officeart/2008/layout/LinedList"/>
    <dgm:cxn modelId="{AE5D6A4F-67FE-49F6-8475-069F0FCDBBB1}" type="presParOf" srcId="{D4FE5880-89CD-4472-991D-E6D817452BD4}" destId="{123D65CC-0886-4B5C-B521-BDBBBD346DA0}" srcOrd="0" destOrd="0" presId="urn:microsoft.com/office/officeart/2008/layout/LinedList"/>
    <dgm:cxn modelId="{EA918D21-9B6C-424C-9D00-66B538B4BFAE}" type="presParOf" srcId="{D4FE5880-89CD-4472-991D-E6D817452BD4}" destId="{76765B49-1451-480B-AE83-A9D9C683E602}" srcOrd="1" destOrd="0" presId="urn:microsoft.com/office/officeart/2008/layout/LinedList"/>
    <dgm:cxn modelId="{E057F817-025B-4055-A783-23051AA9D916}" type="presParOf" srcId="{F04EBFE8-0599-4111-AC88-3043AD703C8F}" destId="{EB5EF850-FD5A-41B7-9CEF-1C41EB3CC7F6}" srcOrd="14" destOrd="0" presId="urn:microsoft.com/office/officeart/2008/layout/LinedList"/>
    <dgm:cxn modelId="{2281FBC2-810A-4C1E-8912-1BF426943774}" type="presParOf" srcId="{F04EBFE8-0599-4111-AC88-3043AD703C8F}" destId="{2F1BA341-4786-49AF-A942-DBE68B4998E0}" srcOrd="15" destOrd="0" presId="urn:microsoft.com/office/officeart/2008/layout/LinedList"/>
    <dgm:cxn modelId="{B9031DCF-0238-4FE1-8F01-19D824A30A6E}" type="presParOf" srcId="{2F1BA341-4786-49AF-A942-DBE68B4998E0}" destId="{1FF0A46D-79EA-494C-8869-75324283C84E}" srcOrd="0" destOrd="0" presId="urn:microsoft.com/office/officeart/2008/layout/LinedList"/>
    <dgm:cxn modelId="{F4E9EFC0-8111-4F8F-B22C-0C5AC3A9EB14}" type="presParOf" srcId="{2F1BA341-4786-49AF-A942-DBE68B4998E0}" destId="{18FCA87C-BFE0-4493-AB9B-FE6A0D1651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53AB5C-518E-4607-85C2-0AC671CE25F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6638EBF-D7D5-424D-9F93-3704D8ACB26F}">
      <dgm:prSet/>
      <dgm:spPr/>
      <dgm:t>
        <a:bodyPr/>
        <a:lstStyle/>
        <a:p>
          <a:r>
            <a:rPr lang="en-US" b="0" i="0" baseline="0"/>
            <a:t>User uploads an audio file</a:t>
          </a:r>
          <a:endParaRPr lang="en-US"/>
        </a:p>
      </dgm:t>
    </dgm:pt>
    <dgm:pt modelId="{2BBD7ECC-964A-452C-8D08-C902C4079CC6}" type="parTrans" cxnId="{F63148DB-D995-4F9B-A9BF-D7BAA4EECF1A}">
      <dgm:prSet/>
      <dgm:spPr/>
      <dgm:t>
        <a:bodyPr/>
        <a:lstStyle/>
        <a:p>
          <a:endParaRPr lang="en-US"/>
        </a:p>
      </dgm:t>
    </dgm:pt>
    <dgm:pt modelId="{18F31A64-4859-48C1-95B5-52C1417DCB02}" type="sibTrans" cxnId="{F63148DB-D995-4F9B-A9BF-D7BAA4EECF1A}">
      <dgm:prSet/>
      <dgm:spPr/>
      <dgm:t>
        <a:bodyPr/>
        <a:lstStyle/>
        <a:p>
          <a:endParaRPr lang="en-US"/>
        </a:p>
      </dgm:t>
    </dgm:pt>
    <dgm:pt modelId="{8C658B4D-7031-4678-86C3-02F0116D2310}">
      <dgm:prSet/>
      <dgm:spPr/>
      <dgm:t>
        <a:bodyPr/>
        <a:lstStyle/>
        <a:p>
          <a:r>
            <a:rPr lang="en-US" b="0" i="0" baseline="0"/>
            <a:t>Important features are extracted:</a:t>
          </a:r>
          <a:endParaRPr lang="en-US"/>
        </a:p>
      </dgm:t>
    </dgm:pt>
    <dgm:pt modelId="{185A73ED-68D0-4255-9C5E-D12F92859847}" type="parTrans" cxnId="{5777C58A-B0FB-43D5-AEA4-4218D4F4A45A}">
      <dgm:prSet/>
      <dgm:spPr/>
      <dgm:t>
        <a:bodyPr/>
        <a:lstStyle/>
        <a:p>
          <a:endParaRPr lang="en-US"/>
        </a:p>
      </dgm:t>
    </dgm:pt>
    <dgm:pt modelId="{4CBC2F2D-AADD-49A8-A366-D9A43D782046}" type="sibTrans" cxnId="{5777C58A-B0FB-43D5-AEA4-4218D4F4A45A}">
      <dgm:prSet/>
      <dgm:spPr/>
      <dgm:t>
        <a:bodyPr/>
        <a:lstStyle/>
        <a:p>
          <a:endParaRPr lang="en-US"/>
        </a:p>
      </dgm:t>
    </dgm:pt>
    <dgm:pt modelId="{AF49C8AB-4904-440C-BBCE-025A17F24FA5}">
      <dgm:prSet/>
      <dgm:spPr/>
      <dgm:t>
        <a:bodyPr/>
        <a:lstStyle/>
        <a:p>
          <a:r>
            <a:rPr lang="en-US" b="0" i="0" baseline="0" dirty="0"/>
            <a:t>MFCC</a:t>
          </a:r>
          <a:endParaRPr lang="en-US" dirty="0"/>
        </a:p>
      </dgm:t>
    </dgm:pt>
    <dgm:pt modelId="{C25CD4CB-AF2C-4C91-8071-9B87981FE55F}" type="parTrans" cxnId="{A1FFAD75-BB80-4618-AC46-EAB3971AB21D}">
      <dgm:prSet/>
      <dgm:spPr/>
      <dgm:t>
        <a:bodyPr/>
        <a:lstStyle/>
        <a:p>
          <a:endParaRPr lang="en-US"/>
        </a:p>
      </dgm:t>
    </dgm:pt>
    <dgm:pt modelId="{0BC6FEDE-9261-4E57-9378-F62537A53B40}" type="sibTrans" cxnId="{A1FFAD75-BB80-4618-AC46-EAB3971AB21D}">
      <dgm:prSet/>
      <dgm:spPr/>
      <dgm:t>
        <a:bodyPr/>
        <a:lstStyle/>
        <a:p>
          <a:endParaRPr lang="en-US"/>
        </a:p>
      </dgm:t>
    </dgm:pt>
    <dgm:pt modelId="{923ED159-80A7-4C38-A73D-E96974674198}">
      <dgm:prSet/>
      <dgm:spPr/>
      <dgm:t>
        <a:bodyPr/>
        <a:lstStyle/>
        <a:p>
          <a:r>
            <a:rPr lang="en-US" b="0" i="0" baseline="0"/>
            <a:t>Chroma features</a:t>
          </a:r>
          <a:endParaRPr lang="en-US"/>
        </a:p>
      </dgm:t>
    </dgm:pt>
    <dgm:pt modelId="{9289DF6D-33D3-4D9D-AEEB-2D6F5905588B}" type="parTrans" cxnId="{39C9EEEB-C442-4D11-93E8-913C56EF0D19}">
      <dgm:prSet/>
      <dgm:spPr/>
      <dgm:t>
        <a:bodyPr/>
        <a:lstStyle/>
        <a:p>
          <a:endParaRPr lang="en-US"/>
        </a:p>
      </dgm:t>
    </dgm:pt>
    <dgm:pt modelId="{3D16A0F0-EAA0-4079-8039-3C1451D49160}" type="sibTrans" cxnId="{39C9EEEB-C442-4D11-93E8-913C56EF0D19}">
      <dgm:prSet/>
      <dgm:spPr/>
      <dgm:t>
        <a:bodyPr/>
        <a:lstStyle/>
        <a:p>
          <a:endParaRPr lang="en-US"/>
        </a:p>
      </dgm:t>
    </dgm:pt>
    <dgm:pt modelId="{4BDE7405-28C7-4257-BC25-B5AAAC77424A}">
      <dgm:prSet/>
      <dgm:spPr/>
      <dgm:t>
        <a:bodyPr/>
        <a:lstStyle/>
        <a:p>
          <a:r>
            <a:rPr lang="en-US" b="0" i="0" baseline="0"/>
            <a:t>Mel Spectrogram</a:t>
          </a:r>
          <a:endParaRPr lang="en-US"/>
        </a:p>
      </dgm:t>
    </dgm:pt>
    <dgm:pt modelId="{D4E839E2-C828-44A6-AFDF-174815BA309D}" type="parTrans" cxnId="{30069E54-A50D-4C8C-B770-0F875E72572C}">
      <dgm:prSet/>
      <dgm:spPr/>
      <dgm:t>
        <a:bodyPr/>
        <a:lstStyle/>
        <a:p>
          <a:endParaRPr lang="en-US"/>
        </a:p>
      </dgm:t>
    </dgm:pt>
    <dgm:pt modelId="{668D401C-E39F-4844-ADD4-65C4C029E685}" type="sibTrans" cxnId="{30069E54-A50D-4C8C-B770-0F875E72572C}">
      <dgm:prSet/>
      <dgm:spPr/>
      <dgm:t>
        <a:bodyPr/>
        <a:lstStyle/>
        <a:p>
          <a:endParaRPr lang="en-US"/>
        </a:p>
      </dgm:t>
    </dgm:pt>
    <dgm:pt modelId="{F99ED99D-F170-40C5-8D8A-8E0B48D1FCDE}">
      <dgm:prSet/>
      <dgm:spPr/>
      <dgm:t>
        <a:bodyPr/>
        <a:lstStyle/>
        <a:p>
          <a:r>
            <a:rPr lang="en-US" b="0" i="0" baseline="0"/>
            <a:t>CNN model classifies emotions from speech</a:t>
          </a:r>
          <a:endParaRPr lang="en-US"/>
        </a:p>
      </dgm:t>
    </dgm:pt>
    <dgm:pt modelId="{08ABF631-BC2C-44F5-AD41-6F849AEF5DE1}" type="parTrans" cxnId="{77E315D0-DE61-44DC-9849-C92ED5732DAF}">
      <dgm:prSet/>
      <dgm:spPr/>
      <dgm:t>
        <a:bodyPr/>
        <a:lstStyle/>
        <a:p>
          <a:endParaRPr lang="en-US"/>
        </a:p>
      </dgm:t>
    </dgm:pt>
    <dgm:pt modelId="{DED1B428-6EBD-4752-8CB7-4597C8752545}" type="sibTrans" cxnId="{77E315D0-DE61-44DC-9849-C92ED5732DAF}">
      <dgm:prSet/>
      <dgm:spPr/>
      <dgm:t>
        <a:bodyPr/>
        <a:lstStyle/>
        <a:p>
          <a:endParaRPr lang="en-US"/>
        </a:p>
      </dgm:t>
    </dgm:pt>
    <dgm:pt modelId="{757EE8C4-1E6C-4D30-9985-1CE22BC9F941}" type="pres">
      <dgm:prSet presAssocID="{9653AB5C-518E-4607-85C2-0AC671CE25F1}" presName="linear" presStyleCnt="0">
        <dgm:presLayoutVars>
          <dgm:animLvl val="lvl"/>
          <dgm:resizeHandles val="exact"/>
        </dgm:presLayoutVars>
      </dgm:prSet>
      <dgm:spPr/>
    </dgm:pt>
    <dgm:pt modelId="{EF9A77E1-836E-47A2-A24F-17009817EDAF}" type="pres">
      <dgm:prSet presAssocID="{76638EBF-D7D5-424D-9F93-3704D8ACB26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87A9231-4BC2-4730-A68A-30E0928B08E2}" type="pres">
      <dgm:prSet presAssocID="{18F31A64-4859-48C1-95B5-52C1417DCB02}" presName="spacer" presStyleCnt="0"/>
      <dgm:spPr/>
    </dgm:pt>
    <dgm:pt modelId="{BA4AEF87-F58C-4201-927D-D705356BECD2}" type="pres">
      <dgm:prSet presAssocID="{8C658B4D-7031-4678-86C3-02F0116D231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C0CB45F-2AB3-4277-97BB-3F1AE1BADDEC}" type="pres">
      <dgm:prSet presAssocID="{4CBC2F2D-AADD-49A8-A366-D9A43D782046}" presName="spacer" presStyleCnt="0"/>
      <dgm:spPr/>
    </dgm:pt>
    <dgm:pt modelId="{C6658944-8AD3-4963-81C2-DB8615A84E87}" type="pres">
      <dgm:prSet presAssocID="{AF49C8AB-4904-440C-BBCE-025A17F24FA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2715640-5293-4FDF-8164-94746E071586}" type="pres">
      <dgm:prSet presAssocID="{0BC6FEDE-9261-4E57-9378-F62537A53B40}" presName="spacer" presStyleCnt="0"/>
      <dgm:spPr/>
    </dgm:pt>
    <dgm:pt modelId="{569F085B-C56B-4BB4-A74A-B10F05C1E2DC}" type="pres">
      <dgm:prSet presAssocID="{923ED159-80A7-4C38-A73D-E9697467419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B5450FA-2D60-427D-84C8-C2D3DBDBA858}" type="pres">
      <dgm:prSet presAssocID="{3D16A0F0-EAA0-4079-8039-3C1451D49160}" presName="spacer" presStyleCnt="0"/>
      <dgm:spPr/>
    </dgm:pt>
    <dgm:pt modelId="{D5F26BE6-936A-4BC1-84F4-3B4DC1F2B73B}" type="pres">
      <dgm:prSet presAssocID="{4BDE7405-28C7-4257-BC25-B5AAAC77424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F220E0F-F29B-4166-A1E3-0B127DF54E7C}" type="pres">
      <dgm:prSet presAssocID="{668D401C-E39F-4844-ADD4-65C4C029E685}" presName="spacer" presStyleCnt="0"/>
      <dgm:spPr/>
    </dgm:pt>
    <dgm:pt modelId="{B749256E-CFC2-40F6-97E0-87738670A229}" type="pres">
      <dgm:prSet presAssocID="{F99ED99D-F170-40C5-8D8A-8E0B48D1FCD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1B25924-CCA8-4BA6-9D42-8C861CAEFC9F}" type="presOf" srcId="{F99ED99D-F170-40C5-8D8A-8E0B48D1FCDE}" destId="{B749256E-CFC2-40F6-97E0-87738670A229}" srcOrd="0" destOrd="0" presId="urn:microsoft.com/office/officeart/2005/8/layout/vList2"/>
    <dgm:cxn modelId="{E112D871-C4A5-4FE5-BF3A-5C623BC71EDB}" type="presOf" srcId="{923ED159-80A7-4C38-A73D-E96974674198}" destId="{569F085B-C56B-4BB4-A74A-B10F05C1E2DC}" srcOrd="0" destOrd="0" presId="urn:microsoft.com/office/officeart/2005/8/layout/vList2"/>
    <dgm:cxn modelId="{30069E54-A50D-4C8C-B770-0F875E72572C}" srcId="{9653AB5C-518E-4607-85C2-0AC671CE25F1}" destId="{4BDE7405-28C7-4257-BC25-B5AAAC77424A}" srcOrd="4" destOrd="0" parTransId="{D4E839E2-C828-44A6-AFDF-174815BA309D}" sibTransId="{668D401C-E39F-4844-ADD4-65C4C029E685}"/>
    <dgm:cxn modelId="{A1FFAD75-BB80-4618-AC46-EAB3971AB21D}" srcId="{9653AB5C-518E-4607-85C2-0AC671CE25F1}" destId="{AF49C8AB-4904-440C-BBCE-025A17F24FA5}" srcOrd="2" destOrd="0" parTransId="{C25CD4CB-AF2C-4C91-8071-9B87981FE55F}" sibTransId="{0BC6FEDE-9261-4E57-9378-F62537A53B40}"/>
    <dgm:cxn modelId="{5777C58A-B0FB-43D5-AEA4-4218D4F4A45A}" srcId="{9653AB5C-518E-4607-85C2-0AC671CE25F1}" destId="{8C658B4D-7031-4678-86C3-02F0116D2310}" srcOrd="1" destOrd="0" parTransId="{185A73ED-68D0-4255-9C5E-D12F92859847}" sibTransId="{4CBC2F2D-AADD-49A8-A366-D9A43D782046}"/>
    <dgm:cxn modelId="{3E9EFDA9-B5E6-4CA8-9854-72164F600EFD}" type="presOf" srcId="{4BDE7405-28C7-4257-BC25-B5AAAC77424A}" destId="{D5F26BE6-936A-4BC1-84F4-3B4DC1F2B73B}" srcOrd="0" destOrd="0" presId="urn:microsoft.com/office/officeart/2005/8/layout/vList2"/>
    <dgm:cxn modelId="{ACEC14C6-1D91-40F5-B1B5-89EA1601EECA}" type="presOf" srcId="{76638EBF-D7D5-424D-9F93-3704D8ACB26F}" destId="{EF9A77E1-836E-47A2-A24F-17009817EDAF}" srcOrd="0" destOrd="0" presId="urn:microsoft.com/office/officeart/2005/8/layout/vList2"/>
    <dgm:cxn modelId="{A8E62ECA-323B-4F15-95C9-67405BA73373}" type="presOf" srcId="{AF49C8AB-4904-440C-BBCE-025A17F24FA5}" destId="{C6658944-8AD3-4963-81C2-DB8615A84E87}" srcOrd="0" destOrd="0" presId="urn:microsoft.com/office/officeart/2005/8/layout/vList2"/>
    <dgm:cxn modelId="{77E315D0-DE61-44DC-9849-C92ED5732DAF}" srcId="{9653AB5C-518E-4607-85C2-0AC671CE25F1}" destId="{F99ED99D-F170-40C5-8D8A-8E0B48D1FCDE}" srcOrd="5" destOrd="0" parTransId="{08ABF631-BC2C-44F5-AD41-6F849AEF5DE1}" sibTransId="{DED1B428-6EBD-4752-8CB7-4597C8752545}"/>
    <dgm:cxn modelId="{F63148DB-D995-4F9B-A9BF-D7BAA4EECF1A}" srcId="{9653AB5C-518E-4607-85C2-0AC671CE25F1}" destId="{76638EBF-D7D5-424D-9F93-3704D8ACB26F}" srcOrd="0" destOrd="0" parTransId="{2BBD7ECC-964A-452C-8D08-C902C4079CC6}" sibTransId="{18F31A64-4859-48C1-95B5-52C1417DCB02}"/>
    <dgm:cxn modelId="{4E8FF7E0-0FF7-4FC1-81A6-AB2830AA7F22}" type="presOf" srcId="{8C658B4D-7031-4678-86C3-02F0116D2310}" destId="{BA4AEF87-F58C-4201-927D-D705356BECD2}" srcOrd="0" destOrd="0" presId="urn:microsoft.com/office/officeart/2005/8/layout/vList2"/>
    <dgm:cxn modelId="{39C9EEEB-C442-4D11-93E8-913C56EF0D19}" srcId="{9653AB5C-518E-4607-85C2-0AC671CE25F1}" destId="{923ED159-80A7-4C38-A73D-E96974674198}" srcOrd="3" destOrd="0" parTransId="{9289DF6D-33D3-4D9D-AEEB-2D6F5905588B}" sibTransId="{3D16A0F0-EAA0-4079-8039-3C1451D49160}"/>
    <dgm:cxn modelId="{980E8EEC-24D4-4DE3-A468-DE932EDCF312}" type="presOf" srcId="{9653AB5C-518E-4607-85C2-0AC671CE25F1}" destId="{757EE8C4-1E6C-4D30-9985-1CE22BC9F941}" srcOrd="0" destOrd="0" presId="urn:microsoft.com/office/officeart/2005/8/layout/vList2"/>
    <dgm:cxn modelId="{707B419D-6734-4DE7-B89B-736B60D7B291}" type="presParOf" srcId="{757EE8C4-1E6C-4D30-9985-1CE22BC9F941}" destId="{EF9A77E1-836E-47A2-A24F-17009817EDAF}" srcOrd="0" destOrd="0" presId="urn:microsoft.com/office/officeart/2005/8/layout/vList2"/>
    <dgm:cxn modelId="{493ED845-6CD3-4E77-8DD1-F7497338E7C6}" type="presParOf" srcId="{757EE8C4-1E6C-4D30-9985-1CE22BC9F941}" destId="{C87A9231-4BC2-4730-A68A-30E0928B08E2}" srcOrd="1" destOrd="0" presId="urn:microsoft.com/office/officeart/2005/8/layout/vList2"/>
    <dgm:cxn modelId="{4D5147EF-BC32-4A4B-BB1F-1732F249A5BD}" type="presParOf" srcId="{757EE8C4-1E6C-4D30-9985-1CE22BC9F941}" destId="{BA4AEF87-F58C-4201-927D-D705356BECD2}" srcOrd="2" destOrd="0" presId="urn:microsoft.com/office/officeart/2005/8/layout/vList2"/>
    <dgm:cxn modelId="{E016BCCD-7C58-422C-9D7B-93D86EE450C6}" type="presParOf" srcId="{757EE8C4-1E6C-4D30-9985-1CE22BC9F941}" destId="{DC0CB45F-2AB3-4277-97BB-3F1AE1BADDEC}" srcOrd="3" destOrd="0" presId="urn:microsoft.com/office/officeart/2005/8/layout/vList2"/>
    <dgm:cxn modelId="{B786D3B1-5EB8-4EF0-9868-379DF0E084CE}" type="presParOf" srcId="{757EE8C4-1E6C-4D30-9985-1CE22BC9F941}" destId="{C6658944-8AD3-4963-81C2-DB8615A84E87}" srcOrd="4" destOrd="0" presId="urn:microsoft.com/office/officeart/2005/8/layout/vList2"/>
    <dgm:cxn modelId="{892745FB-9467-4946-BFB6-A92BEEB54680}" type="presParOf" srcId="{757EE8C4-1E6C-4D30-9985-1CE22BC9F941}" destId="{F2715640-5293-4FDF-8164-94746E071586}" srcOrd="5" destOrd="0" presId="urn:microsoft.com/office/officeart/2005/8/layout/vList2"/>
    <dgm:cxn modelId="{B4AFD73D-DDDE-4C2E-9D73-55F52AC17AA2}" type="presParOf" srcId="{757EE8C4-1E6C-4D30-9985-1CE22BC9F941}" destId="{569F085B-C56B-4BB4-A74A-B10F05C1E2DC}" srcOrd="6" destOrd="0" presId="urn:microsoft.com/office/officeart/2005/8/layout/vList2"/>
    <dgm:cxn modelId="{A8AC8BB3-E043-447E-8594-C7C358BE560F}" type="presParOf" srcId="{757EE8C4-1E6C-4D30-9985-1CE22BC9F941}" destId="{6B5450FA-2D60-427D-84C8-C2D3DBDBA858}" srcOrd="7" destOrd="0" presId="urn:microsoft.com/office/officeart/2005/8/layout/vList2"/>
    <dgm:cxn modelId="{F2E4B76C-C1C5-45C3-B002-ECAEDC51B068}" type="presParOf" srcId="{757EE8C4-1E6C-4D30-9985-1CE22BC9F941}" destId="{D5F26BE6-936A-4BC1-84F4-3B4DC1F2B73B}" srcOrd="8" destOrd="0" presId="urn:microsoft.com/office/officeart/2005/8/layout/vList2"/>
    <dgm:cxn modelId="{BD0FA632-ED23-46EF-A4DC-2B8514A74806}" type="presParOf" srcId="{757EE8C4-1E6C-4D30-9985-1CE22BC9F941}" destId="{DF220E0F-F29B-4166-A1E3-0B127DF54E7C}" srcOrd="9" destOrd="0" presId="urn:microsoft.com/office/officeart/2005/8/layout/vList2"/>
    <dgm:cxn modelId="{E3BA170B-B48E-4DF2-B0A6-04AA31E0DC04}" type="presParOf" srcId="{757EE8C4-1E6C-4D30-9985-1CE22BC9F941}" destId="{B749256E-CFC2-40F6-97E0-87738670A22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D1204E6-91BF-4F51-BFE3-7A70F73613F3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4EB4CCE-6E2F-4D7A-B504-59E9C3D5B21D}">
      <dgm:prSet/>
      <dgm:spPr/>
      <dgm:t>
        <a:bodyPr/>
        <a:lstStyle/>
        <a:p>
          <a:r>
            <a:rPr lang="en-US" b="1" i="0" baseline="0"/>
            <a:t>Convolutional Neural Networks (CNNs)</a:t>
          </a:r>
          <a:endParaRPr lang="en-US"/>
        </a:p>
      </dgm:t>
    </dgm:pt>
    <dgm:pt modelId="{3F9A3D34-4696-49FE-A6E3-262A1124F4C8}" type="parTrans" cxnId="{BAF9DA5F-7B92-498C-9F05-3F8AACD1CDBC}">
      <dgm:prSet/>
      <dgm:spPr/>
      <dgm:t>
        <a:bodyPr/>
        <a:lstStyle/>
        <a:p>
          <a:endParaRPr lang="en-US"/>
        </a:p>
      </dgm:t>
    </dgm:pt>
    <dgm:pt modelId="{8D9C5401-A2B8-4CB2-927E-507C08FDD6B9}" type="sibTrans" cxnId="{BAF9DA5F-7B92-498C-9F05-3F8AACD1CDBC}">
      <dgm:prSet/>
      <dgm:spPr/>
      <dgm:t>
        <a:bodyPr/>
        <a:lstStyle/>
        <a:p>
          <a:endParaRPr lang="en-US"/>
        </a:p>
      </dgm:t>
    </dgm:pt>
    <dgm:pt modelId="{581C99D7-1D3D-4515-B6A8-EC5A19119E77}">
      <dgm:prSet/>
      <dgm:spPr/>
      <dgm:t>
        <a:bodyPr/>
        <a:lstStyle/>
        <a:p>
          <a:r>
            <a:rPr lang="en-US" b="1" i="0" baseline="0" dirty="0"/>
            <a:t>Frameworks:</a:t>
          </a:r>
          <a:endParaRPr lang="en-US" b="1" dirty="0"/>
        </a:p>
      </dgm:t>
    </dgm:pt>
    <dgm:pt modelId="{829D1928-08E6-4CBA-A40C-DBE34FA3B573}" type="parTrans" cxnId="{CFB47A2F-01C8-4C5D-80FA-8E11A888DEB7}">
      <dgm:prSet/>
      <dgm:spPr/>
      <dgm:t>
        <a:bodyPr/>
        <a:lstStyle/>
        <a:p>
          <a:endParaRPr lang="en-US"/>
        </a:p>
      </dgm:t>
    </dgm:pt>
    <dgm:pt modelId="{9662756A-E5FF-4260-9322-77EF37D32A06}" type="sibTrans" cxnId="{CFB47A2F-01C8-4C5D-80FA-8E11A888DEB7}">
      <dgm:prSet/>
      <dgm:spPr/>
      <dgm:t>
        <a:bodyPr/>
        <a:lstStyle/>
        <a:p>
          <a:endParaRPr lang="en-US"/>
        </a:p>
      </dgm:t>
    </dgm:pt>
    <dgm:pt modelId="{2A8574B6-2FCE-43FD-80D3-8FEE172F634F}">
      <dgm:prSet/>
      <dgm:spPr/>
      <dgm:t>
        <a:bodyPr/>
        <a:lstStyle/>
        <a:p>
          <a:r>
            <a:rPr lang="en-US" b="0" i="0" baseline="0"/>
            <a:t>TensorFlow</a:t>
          </a:r>
          <a:endParaRPr lang="en-US"/>
        </a:p>
      </dgm:t>
    </dgm:pt>
    <dgm:pt modelId="{5D25747E-DA9B-4446-BADE-76B53B73CABF}" type="parTrans" cxnId="{678AD872-B9D2-4EFD-ABBC-624F0132F074}">
      <dgm:prSet/>
      <dgm:spPr/>
      <dgm:t>
        <a:bodyPr/>
        <a:lstStyle/>
        <a:p>
          <a:endParaRPr lang="en-US"/>
        </a:p>
      </dgm:t>
    </dgm:pt>
    <dgm:pt modelId="{11EB1CFF-D2BA-46BF-9265-38D2C42F07BA}" type="sibTrans" cxnId="{678AD872-B9D2-4EFD-ABBC-624F0132F074}">
      <dgm:prSet/>
      <dgm:spPr/>
      <dgm:t>
        <a:bodyPr/>
        <a:lstStyle/>
        <a:p>
          <a:endParaRPr lang="en-US"/>
        </a:p>
      </dgm:t>
    </dgm:pt>
    <dgm:pt modelId="{DD54734D-D1A6-42DC-863A-27D6DD4E4E67}">
      <dgm:prSet/>
      <dgm:spPr/>
      <dgm:t>
        <a:bodyPr/>
        <a:lstStyle/>
        <a:p>
          <a:r>
            <a:rPr lang="en-US" b="0" i="0" baseline="0"/>
            <a:t>Keras</a:t>
          </a:r>
          <a:endParaRPr lang="en-US"/>
        </a:p>
      </dgm:t>
    </dgm:pt>
    <dgm:pt modelId="{7F3BE6C1-D853-4C80-9455-A39B67D7401A}" type="parTrans" cxnId="{1AE0A5A4-E5E9-4D38-94A2-6008A733189B}">
      <dgm:prSet/>
      <dgm:spPr/>
      <dgm:t>
        <a:bodyPr/>
        <a:lstStyle/>
        <a:p>
          <a:endParaRPr lang="en-US"/>
        </a:p>
      </dgm:t>
    </dgm:pt>
    <dgm:pt modelId="{32925BEC-6C05-4732-9E33-96131CED518A}" type="sibTrans" cxnId="{1AE0A5A4-E5E9-4D38-94A2-6008A733189B}">
      <dgm:prSet/>
      <dgm:spPr/>
      <dgm:t>
        <a:bodyPr/>
        <a:lstStyle/>
        <a:p>
          <a:endParaRPr lang="en-US"/>
        </a:p>
      </dgm:t>
    </dgm:pt>
    <dgm:pt modelId="{EEB76E7A-38E6-4CD8-86DB-7449E52621A6}">
      <dgm:prSet/>
      <dgm:spPr/>
      <dgm:t>
        <a:bodyPr/>
        <a:lstStyle/>
        <a:p>
          <a:r>
            <a:rPr lang="en-US" b="1" i="0" baseline="0" dirty="0"/>
            <a:t>Libraries:</a:t>
          </a:r>
          <a:endParaRPr lang="en-US" b="1" dirty="0"/>
        </a:p>
      </dgm:t>
    </dgm:pt>
    <dgm:pt modelId="{B5BF9789-83B5-423B-ADA9-C15F004C8B42}" type="parTrans" cxnId="{DF0CCA1C-EEEA-4BBE-BAD2-FEAF57C2FFF2}">
      <dgm:prSet/>
      <dgm:spPr/>
      <dgm:t>
        <a:bodyPr/>
        <a:lstStyle/>
        <a:p>
          <a:endParaRPr lang="en-US"/>
        </a:p>
      </dgm:t>
    </dgm:pt>
    <dgm:pt modelId="{4E1C06AD-0DC2-40CF-A0D5-9548E8DCC3A1}" type="sibTrans" cxnId="{DF0CCA1C-EEEA-4BBE-BAD2-FEAF57C2FFF2}">
      <dgm:prSet/>
      <dgm:spPr/>
      <dgm:t>
        <a:bodyPr/>
        <a:lstStyle/>
        <a:p>
          <a:endParaRPr lang="en-US"/>
        </a:p>
      </dgm:t>
    </dgm:pt>
    <dgm:pt modelId="{20CCF84F-91B7-4312-B248-2A78125577BC}">
      <dgm:prSet/>
      <dgm:spPr/>
      <dgm:t>
        <a:bodyPr/>
        <a:lstStyle/>
        <a:p>
          <a:r>
            <a:rPr lang="en-US" b="0" i="0" baseline="0"/>
            <a:t>OpenCV (image processing)</a:t>
          </a:r>
          <a:endParaRPr lang="en-US"/>
        </a:p>
      </dgm:t>
    </dgm:pt>
    <dgm:pt modelId="{9363506E-001E-485C-8A78-CB0E34C09E9C}" type="parTrans" cxnId="{6EE69E71-DAC0-4352-808A-6D813A937A85}">
      <dgm:prSet/>
      <dgm:spPr/>
      <dgm:t>
        <a:bodyPr/>
        <a:lstStyle/>
        <a:p>
          <a:endParaRPr lang="en-US"/>
        </a:p>
      </dgm:t>
    </dgm:pt>
    <dgm:pt modelId="{A719169D-579B-4F51-A22A-1CDC52CF6270}" type="sibTrans" cxnId="{6EE69E71-DAC0-4352-808A-6D813A937A85}">
      <dgm:prSet/>
      <dgm:spPr/>
      <dgm:t>
        <a:bodyPr/>
        <a:lstStyle/>
        <a:p>
          <a:endParaRPr lang="en-US"/>
        </a:p>
      </dgm:t>
    </dgm:pt>
    <dgm:pt modelId="{812F74B6-6294-48BB-83FE-D80CB8DFD4FB}">
      <dgm:prSet/>
      <dgm:spPr/>
      <dgm:t>
        <a:bodyPr/>
        <a:lstStyle/>
        <a:p>
          <a:r>
            <a:rPr lang="en-US" b="0" i="0" baseline="0"/>
            <a:t>Librosa (audio processing)</a:t>
          </a:r>
          <a:endParaRPr lang="en-US"/>
        </a:p>
      </dgm:t>
    </dgm:pt>
    <dgm:pt modelId="{B9F23F7F-A857-465F-BCE3-901B7B61E599}" type="parTrans" cxnId="{23C32B06-7115-4050-8B5E-CC502F9E07E2}">
      <dgm:prSet/>
      <dgm:spPr/>
      <dgm:t>
        <a:bodyPr/>
        <a:lstStyle/>
        <a:p>
          <a:endParaRPr lang="en-US"/>
        </a:p>
      </dgm:t>
    </dgm:pt>
    <dgm:pt modelId="{E1F77048-6843-4FD5-AC8B-16551E5D7C86}" type="sibTrans" cxnId="{23C32B06-7115-4050-8B5E-CC502F9E07E2}">
      <dgm:prSet/>
      <dgm:spPr/>
      <dgm:t>
        <a:bodyPr/>
        <a:lstStyle/>
        <a:p>
          <a:endParaRPr lang="en-US"/>
        </a:p>
      </dgm:t>
    </dgm:pt>
    <dgm:pt modelId="{9FC47FAB-E63E-4FCB-96B3-DBEC53B046FB}" type="pres">
      <dgm:prSet presAssocID="{6D1204E6-91BF-4F51-BFE3-7A70F73613F3}" presName="vert0" presStyleCnt="0">
        <dgm:presLayoutVars>
          <dgm:dir/>
          <dgm:animOne val="branch"/>
          <dgm:animLvl val="lvl"/>
        </dgm:presLayoutVars>
      </dgm:prSet>
      <dgm:spPr/>
    </dgm:pt>
    <dgm:pt modelId="{4181924D-F468-4AFD-8B31-5C4D05501A2E}" type="pres">
      <dgm:prSet presAssocID="{64EB4CCE-6E2F-4D7A-B504-59E9C3D5B21D}" presName="thickLine" presStyleLbl="alignNode1" presStyleIdx="0" presStyleCnt="7"/>
      <dgm:spPr/>
    </dgm:pt>
    <dgm:pt modelId="{419663B9-F606-4D9B-AF1D-7C1E59631FB5}" type="pres">
      <dgm:prSet presAssocID="{64EB4CCE-6E2F-4D7A-B504-59E9C3D5B21D}" presName="horz1" presStyleCnt="0"/>
      <dgm:spPr/>
    </dgm:pt>
    <dgm:pt modelId="{20280F21-368E-4F81-B575-5955D495B6A9}" type="pres">
      <dgm:prSet presAssocID="{64EB4CCE-6E2F-4D7A-B504-59E9C3D5B21D}" presName="tx1" presStyleLbl="revTx" presStyleIdx="0" presStyleCnt="7"/>
      <dgm:spPr/>
    </dgm:pt>
    <dgm:pt modelId="{4310B528-0FC9-4956-A9ED-06B1C32B1798}" type="pres">
      <dgm:prSet presAssocID="{64EB4CCE-6E2F-4D7A-B504-59E9C3D5B21D}" presName="vert1" presStyleCnt="0"/>
      <dgm:spPr/>
    </dgm:pt>
    <dgm:pt modelId="{7E28623F-5F7C-4C54-82FF-033B6E1C9EE6}" type="pres">
      <dgm:prSet presAssocID="{581C99D7-1D3D-4515-B6A8-EC5A19119E77}" presName="thickLine" presStyleLbl="alignNode1" presStyleIdx="1" presStyleCnt="7"/>
      <dgm:spPr/>
    </dgm:pt>
    <dgm:pt modelId="{7B17C675-18FB-4E18-8A5E-491BACCB4C40}" type="pres">
      <dgm:prSet presAssocID="{581C99D7-1D3D-4515-B6A8-EC5A19119E77}" presName="horz1" presStyleCnt="0"/>
      <dgm:spPr/>
    </dgm:pt>
    <dgm:pt modelId="{CA07ACAB-377F-4EF4-80D8-913D0F602595}" type="pres">
      <dgm:prSet presAssocID="{581C99D7-1D3D-4515-B6A8-EC5A19119E77}" presName="tx1" presStyleLbl="revTx" presStyleIdx="1" presStyleCnt="7"/>
      <dgm:spPr/>
    </dgm:pt>
    <dgm:pt modelId="{24625959-C33A-42FD-A69D-BCE2D61DB187}" type="pres">
      <dgm:prSet presAssocID="{581C99D7-1D3D-4515-B6A8-EC5A19119E77}" presName="vert1" presStyleCnt="0"/>
      <dgm:spPr/>
    </dgm:pt>
    <dgm:pt modelId="{65C5680C-2BBF-44EC-861C-F83C3A6DAD32}" type="pres">
      <dgm:prSet presAssocID="{2A8574B6-2FCE-43FD-80D3-8FEE172F634F}" presName="thickLine" presStyleLbl="alignNode1" presStyleIdx="2" presStyleCnt="7"/>
      <dgm:spPr/>
    </dgm:pt>
    <dgm:pt modelId="{45CA3C48-7218-438F-B7EF-569E048A6C13}" type="pres">
      <dgm:prSet presAssocID="{2A8574B6-2FCE-43FD-80D3-8FEE172F634F}" presName="horz1" presStyleCnt="0"/>
      <dgm:spPr/>
    </dgm:pt>
    <dgm:pt modelId="{E14BDB32-5B3D-4354-91D3-8DEF390AD71D}" type="pres">
      <dgm:prSet presAssocID="{2A8574B6-2FCE-43FD-80D3-8FEE172F634F}" presName="tx1" presStyleLbl="revTx" presStyleIdx="2" presStyleCnt="7"/>
      <dgm:spPr/>
    </dgm:pt>
    <dgm:pt modelId="{642053B4-5AB9-44F3-B190-98204D7FFADE}" type="pres">
      <dgm:prSet presAssocID="{2A8574B6-2FCE-43FD-80D3-8FEE172F634F}" presName="vert1" presStyleCnt="0"/>
      <dgm:spPr/>
    </dgm:pt>
    <dgm:pt modelId="{CC694F30-8227-4A13-950A-5821E8881D2F}" type="pres">
      <dgm:prSet presAssocID="{DD54734D-D1A6-42DC-863A-27D6DD4E4E67}" presName="thickLine" presStyleLbl="alignNode1" presStyleIdx="3" presStyleCnt="7"/>
      <dgm:spPr/>
    </dgm:pt>
    <dgm:pt modelId="{4421C8A8-AC62-4142-9134-13EF349E6644}" type="pres">
      <dgm:prSet presAssocID="{DD54734D-D1A6-42DC-863A-27D6DD4E4E67}" presName="horz1" presStyleCnt="0"/>
      <dgm:spPr/>
    </dgm:pt>
    <dgm:pt modelId="{A340D5EA-7A8C-41B9-A3D8-7A11DD952F29}" type="pres">
      <dgm:prSet presAssocID="{DD54734D-D1A6-42DC-863A-27D6DD4E4E67}" presName="tx1" presStyleLbl="revTx" presStyleIdx="3" presStyleCnt="7"/>
      <dgm:spPr/>
    </dgm:pt>
    <dgm:pt modelId="{32713B01-AE14-403B-A4F0-B8FD7FEF7766}" type="pres">
      <dgm:prSet presAssocID="{DD54734D-D1A6-42DC-863A-27D6DD4E4E67}" presName="vert1" presStyleCnt="0"/>
      <dgm:spPr/>
    </dgm:pt>
    <dgm:pt modelId="{2C32DFDF-B03F-4136-A0A8-64088B136E9F}" type="pres">
      <dgm:prSet presAssocID="{EEB76E7A-38E6-4CD8-86DB-7449E52621A6}" presName="thickLine" presStyleLbl="alignNode1" presStyleIdx="4" presStyleCnt="7"/>
      <dgm:spPr/>
    </dgm:pt>
    <dgm:pt modelId="{193C2848-2D7E-4476-9B10-8FEAADD2B5F0}" type="pres">
      <dgm:prSet presAssocID="{EEB76E7A-38E6-4CD8-86DB-7449E52621A6}" presName="horz1" presStyleCnt="0"/>
      <dgm:spPr/>
    </dgm:pt>
    <dgm:pt modelId="{9BDF2C26-360A-4042-A230-0C0B83D7D09A}" type="pres">
      <dgm:prSet presAssocID="{EEB76E7A-38E6-4CD8-86DB-7449E52621A6}" presName="tx1" presStyleLbl="revTx" presStyleIdx="4" presStyleCnt="7"/>
      <dgm:spPr/>
    </dgm:pt>
    <dgm:pt modelId="{329C72F5-FBCA-400F-90EE-A62BFCC2785B}" type="pres">
      <dgm:prSet presAssocID="{EEB76E7A-38E6-4CD8-86DB-7449E52621A6}" presName="vert1" presStyleCnt="0"/>
      <dgm:spPr/>
    </dgm:pt>
    <dgm:pt modelId="{DFB09207-F5B5-4B7B-BB61-FCDEE229038B}" type="pres">
      <dgm:prSet presAssocID="{20CCF84F-91B7-4312-B248-2A78125577BC}" presName="thickLine" presStyleLbl="alignNode1" presStyleIdx="5" presStyleCnt="7"/>
      <dgm:spPr/>
    </dgm:pt>
    <dgm:pt modelId="{B6005BA7-7837-4D26-AB7A-246D26A250B1}" type="pres">
      <dgm:prSet presAssocID="{20CCF84F-91B7-4312-B248-2A78125577BC}" presName="horz1" presStyleCnt="0"/>
      <dgm:spPr/>
    </dgm:pt>
    <dgm:pt modelId="{AC8A8E6A-057B-4410-A273-FB29B74C43E2}" type="pres">
      <dgm:prSet presAssocID="{20CCF84F-91B7-4312-B248-2A78125577BC}" presName="tx1" presStyleLbl="revTx" presStyleIdx="5" presStyleCnt="7"/>
      <dgm:spPr/>
    </dgm:pt>
    <dgm:pt modelId="{6F23E3D3-B581-4292-B5C7-60E1F7EC9503}" type="pres">
      <dgm:prSet presAssocID="{20CCF84F-91B7-4312-B248-2A78125577BC}" presName="vert1" presStyleCnt="0"/>
      <dgm:spPr/>
    </dgm:pt>
    <dgm:pt modelId="{053C0C05-E491-477E-A13C-124878A8C57F}" type="pres">
      <dgm:prSet presAssocID="{812F74B6-6294-48BB-83FE-D80CB8DFD4FB}" presName="thickLine" presStyleLbl="alignNode1" presStyleIdx="6" presStyleCnt="7"/>
      <dgm:spPr/>
    </dgm:pt>
    <dgm:pt modelId="{DBCA39BA-92FC-46F3-985C-CF5C08A7B956}" type="pres">
      <dgm:prSet presAssocID="{812F74B6-6294-48BB-83FE-D80CB8DFD4FB}" presName="horz1" presStyleCnt="0"/>
      <dgm:spPr/>
    </dgm:pt>
    <dgm:pt modelId="{B13BDF14-82F8-4210-827E-051F35CC22B9}" type="pres">
      <dgm:prSet presAssocID="{812F74B6-6294-48BB-83FE-D80CB8DFD4FB}" presName="tx1" presStyleLbl="revTx" presStyleIdx="6" presStyleCnt="7"/>
      <dgm:spPr/>
    </dgm:pt>
    <dgm:pt modelId="{910DEDD1-0240-41F4-A2A4-849FEDDB9806}" type="pres">
      <dgm:prSet presAssocID="{812F74B6-6294-48BB-83FE-D80CB8DFD4FB}" presName="vert1" presStyleCnt="0"/>
      <dgm:spPr/>
    </dgm:pt>
  </dgm:ptLst>
  <dgm:cxnLst>
    <dgm:cxn modelId="{23C32B06-7115-4050-8B5E-CC502F9E07E2}" srcId="{6D1204E6-91BF-4F51-BFE3-7A70F73613F3}" destId="{812F74B6-6294-48BB-83FE-D80CB8DFD4FB}" srcOrd="6" destOrd="0" parTransId="{B9F23F7F-A857-465F-BCE3-901B7B61E599}" sibTransId="{E1F77048-6843-4FD5-AC8B-16551E5D7C86}"/>
    <dgm:cxn modelId="{DF0CCA1C-EEEA-4BBE-BAD2-FEAF57C2FFF2}" srcId="{6D1204E6-91BF-4F51-BFE3-7A70F73613F3}" destId="{EEB76E7A-38E6-4CD8-86DB-7449E52621A6}" srcOrd="4" destOrd="0" parTransId="{B5BF9789-83B5-423B-ADA9-C15F004C8B42}" sibTransId="{4E1C06AD-0DC2-40CF-A0D5-9548E8DCC3A1}"/>
    <dgm:cxn modelId="{CFB47A2F-01C8-4C5D-80FA-8E11A888DEB7}" srcId="{6D1204E6-91BF-4F51-BFE3-7A70F73613F3}" destId="{581C99D7-1D3D-4515-B6A8-EC5A19119E77}" srcOrd="1" destOrd="0" parTransId="{829D1928-08E6-4CBA-A40C-DBE34FA3B573}" sibTransId="{9662756A-E5FF-4260-9322-77EF37D32A06}"/>
    <dgm:cxn modelId="{592B1035-BBA2-473A-88AB-2B63B78CB623}" type="presOf" srcId="{EEB76E7A-38E6-4CD8-86DB-7449E52621A6}" destId="{9BDF2C26-360A-4042-A230-0C0B83D7D09A}" srcOrd="0" destOrd="0" presId="urn:microsoft.com/office/officeart/2008/layout/LinedList"/>
    <dgm:cxn modelId="{6265E63F-6D13-4BE4-9928-0589C979825D}" type="presOf" srcId="{6D1204E6-91BF-4F51-BFE3-7A70F73613F3}" destId="{9FC47FAB-E63E-4FCB-96B3-DBEC53B046FB}" srcOrd="0" destOrd="0" presId="urn:microsoft.com/office/officeart/2008/layout/LinedList"/>
    <dgm:cxn modelId="{BAF9DA5F-7B92-498C-9F05-3F8AACD1CDBC}" srcId="{6D1204E6-91BF-4F51-BFE3-7A70F73613F3}" destId="{64EB4CCE-6E2F-4D7A-B504-59E9C3D5B21D}" srcOrd="0" destOrd="0" parTransId="{3F9A3D34-4696-49FE-A6E3-262A1124F4C8}" sibTransId="{8D9C5401-A2B8-4CB2-927E-507C08FDD6B9}"/>
    <dgm:cxn modelId="{6EE69E71-DAC0-4352-808A-6D813A937A85}" srcId="{6D1204E6-91BF-4F51-BFE3-7A70F73613F3}" destId="{20CCF84F-91B7-4312-B248-2A78125577BC}" srcOrd="5" destOrd="0" parTransId="{9363506E-001E-485C-8A78-CB0E34C09E9C}" sibTransId="{A719169D-579B-4F51-A22A-1CDC52CF6270}"/>
    <dgm:cxn modelId="{678AD872-B9D2-4EFD-ABBC-624F0132F074}" srcId="{6D1204E6-91BF-4F51-BFE3-7A70F73613F3}" destId="{2A8574B6-2FCE-43FD-80D3-8FEE172F634F}" srcOrd="2" destOrd="0" parTransId="{5D25747E-DA9B-4446-BADE-76B53B73CABF}" sibTransId="{11EB1CFF-D2BA-46BF-9265-38D2C42F07BA}"/>
    <dgm:cxn modelId="{F8D2B076-251B-4CA0-A6E2-10807C80DA98}" type="presOf" srcId="{20CCF84F-91B7-4312-B248-2A78125577BC}" destId="{AC8A8E6A-057B-4410-A273-FB29B74C43E2}" srcOrd="0" destOrd="0" presId="urn:microsoft.com/office/officeart/2008/layout/LinedList"/>
    <dgm:cxn modelId="{004DC37D-8075-4EE0-855C-B2829A8808C7}" type="presOf" srcId="{64EB4CCE-6E2F-4D7A-B504-59E9C3D5B21D}" destId="{20280F21-368E-4F81-B575-5955D495B6A9}" srcOrd="0" destOrd="0" presId="urn:microsoft.com/office/officeart/2008/layout/LinedList"/>
    <dgm:cxn modelId="{1AE0A5A4-E5E9-4D38-94A2-6008A733189B}" srcId="{6D1204E6-91BF-4F51-BFE3-7A70F73613F3}" destId="{DD54734D-D1A6-42DC-863A-27D6DD4E4E67}" srcOrd="3" destOrd="0" parTransId="{7F3BE6C1-D853-4C80-9455-A39B67D7401A}" sibTransId="{32925BEC-6C05-4732-9E33-96131CED518A}"/>
    <dgm:cxn modelId="{BDD5FEAD-4225-446C-A8FF-B618CCD1B799}" type="presOf" srcId="{2A8574B6-2FCE-43FD-80D3-8FEE172F634F}" destId="{E14BDB32-5B3D-4354-91D3-8DEF390AD71D}" srcOrd="0" destOrd="0" presId="urn:microsoft.com/office/officeart/2008/layout/LinedList"/>
    <dgm:cxn modelId="{176E6BB6-65E5-4A4D-8E56-D9146A269F8D}" type="presOf" srcId="{DD54734D-D1A6-42DC-863A-27D6DD4E4E67}" destId="{A340D5EA-7A8C-41B9-A3D8-7A11DD952F29}" srcOrd="0" destOrd="0" presId="urn:microsoft.com/office/officeart/2008/layout/LinedList"/>
    <dgm:cxn modelId="{6A5B30CE-89A2-44F4-BEA2-22A0A3CBF9C3}" type="presOf" srcId="{812F74B6-6294-48BB-83FE-D80CB8DFD4FB}" destId="{B13BDF14-82F8-4210-827E-051F35CC22B9}" srcOrd="0" destOrd="0" presId="urn:microsoft.com/office/officeart/2008/layout/LinedList"/>
    <dgm:cxn modelId="{22466CD1-442A-41C9-A175-B1F398D02664}" type="presOf" srcId="{581C99D7-1D3D-4515-B6A8-EC5A19119E77}" destId="{CA07ACAB-377F-4EF4-80D8-913D0F602595}" srcOrd="0" destOrd="0" presId="urn:microsoft.com/office/officeart/2008/layout/LinedList"/>
    <dgm:cxn modelId="{278CE90A-43D3-4BC9-85A6-1C5A4FAEF09E}" type="presParOf" srcId="{9FC47FAB-E63E-4FCB-96B3-DBEC53B046FB}" destId="{4181924D-F468-4AFD-8B31-5C4D05501A2E}" srcOrd="0" destOrd="0" presId="urn:microsoft.com/office/officeart/2008/layout/LinedList"/>
    <dgm:cxn modelId="{00587233-1F94-4EDD-9B9C-173F8E09ACB0}" type="presParOf" srcId="{9FC47FAB-E63E-4FCB-96B3-DBEC53B046FB}" destId="{419663B9-F606-4D9B-AF1D-7C1E59631FB5}" srcOrd="1" destOrd="0" presId="urn:microsoft.com/office/officeart/2008/layout/LinedList"/>
    <dgm:cxn modelId="{0BFAF985-A75F-4D8E-9DF0-DBCA64C21AF6}" type="presParOf" srcId="{419663B9-F606-4D9B-AF1D-7C1E59631FB5}" destId="{20280F21-368E-4F81-B575-5955D495B6A9}" srcOrd="0" destOrd="0" presId="urn:microsoft.com/office/officeart/2008/layout/LinedList"/>
    <dgm:cxn modelId="{083B9329-4ACC-4B63-851B-F5138DD3098D}" type="presParOf" srcId="{419663B9-F606-4D9B-AF1D-7C1E59631FB5}" destId="{4310B528-0FC9-4956-A9ED-06B1C32B1798}" srcOrd="1" destOrd="0" presId="urn:microsoft.com/office/officeart/2008/layout/LinedList"/>
    <dgm:cxn modelId="{9B98906A-D5D0-44B1-821D-CCDC246E90C4}" type="presParOf" srcId="{9FC47FAB-E63E-4FCB-96B3-DBEC53B046FB}" destId="{7E28623F-5F7C-4C54-82FF-033B6E1C9EE6}" srcOrd="2" destOrd="0" presId="urn:microsoft.com/office/officeart/2008/layout/LinedList"/>
    <dgm:cxn modelId="{8BD37EDF-3E86-40DB-B9AE-0C41DCADF389}" type="presParOf" srcId="{9FC47FAB-E63E-4FCB-96B3-DBEC53B046FB}" destId="{7B17C675-18FB-4E18-8A5E-491BACCB4C40}" srcOrd="3" destOrd="0" presId="urn:microsoft.com/office/officeart/2008/layout/LinedList"/>
    <dgm:cxn modelId="{2DAEE544-6724-4E93-A225-0298B5C75FA0}" type="presParOf" srcId="{7B17C675-18FB-4E18-8A5E-491BACCB4C40}" destId="{CA07ACAB-377F-4EF4-80D8-913D0F602595}" srcOrd="0" destOrd="0" presId="urn:microsoft.com/office/officeart/2008/layout/LinedList"/>
    <dgm:cxn modelId="{819E6417-75EF-4E13-894D-275AF142BC91}" type="presParOf" srcId="{7B17C675-18FB-4E18-8A5E-491BACCB4C40}" destId="{24625959-C33A-42FD-A69D-BCE2D61DB187}" srcOrd="1" destOrd="0" presId="urn:microsoft.com/office/officeart/2008/layout/LinedList"/>
    <dgm:cxn modelId="{C77CC4D5-E041-43A4-B85E-7C747B8FB3BF}" type="presParOf" srcId="{9FC47FAB-E63E-4FCB-96B3-DBEC53B046FB}" destId="{65C5680C-2BBF-44EC-861C-F83C3A6DAD32}" srcOrd="4" destOrd="0" presId="urn:microsoft.com/office/officeart/2008/layout/LinedList"/>
    <dgm:cxn modelId="{C6846AC8-9473-44A9-B194-2C5415B58971}" type="presParOf" srcId="{9FC47FAB-E63E-4FCB-96B3-DBEC53B046FB}" destId="{45CA3C48-7218-438F-B7EF-569E048A6C13}" srcOrd="5" destOrd="0" presId="urn:microsoft.com/office/officeart/2008/layout/LinedList"/>
    <dgm:cxn modelId="{EC1E04AC-D753-437E-A1E0-E1018EC33A04}" type="presParOf" srcId="{45CA3C48-7218-438F-B7EF-569E048A6C13}" destId="{E14BDB32-5B3D-4354-91D3-8DEF390AD71D}" srcOrd="0" destOrd="0" presId="urn:microsoft.com/office/officeart/2008/layout/LinedList"/>
    <dgm:cxn modelId="{AE55468C-FD1B-446A-808F-1C8DA50FC76C}" type="presParOf" srcId="{45CA3C48-7218-438F-B7EF-569E048A6C13}" destId="{642053B4-5AB9-44F3-B190-98204D7FFADE}" srcOrd="1" destOrd="0" presId="urn:microsoft.com/office/officeart/2008/layout/LinedList"/>
    <dgm:cxn modelId="{A7A34DCF-9209-4593-8FC7-61F72B2EBFE1}" type="presParOf" srcId="{9FC47FAB-E63E-4FCB-96B3-DBEC53B046FB}" destId="{CC694F30-8227-4A13-950A-5821E8881D2F}" srcOrd="6" destOrd="0" presId="urn:microsoft.com/office/officeart/2008/layout/LinedList"/>
    <dgm:cxn modelId="{E94CCD3D-2C96-41BA-A792-20BA4D45AF6E}" type="presParOf" srcId="{9FC47FAB-E63E-4FCB-96B3-DBEC53B046FB}" destId="{4421C8A8-AC62-4142-9134-13EF349E6644}" srcOrd="7" destOrd="0" presId="urn:microsoft.com/office/officeart/2008/layout/LinedList"/>
    <dgm:cxn modelId="{2FFE801F-7894-4132-A6A6-3B0D151901D4}" type="presParOf" srcId="{4421C8A8-AC62-4142-9134-13EF349E6644}" destId="{A340D5EA-7A8C-41B9-A3D8-7A11DD952F29}" srcOrd="0" destOrd="0" presId="urn:microsoft.com/office/officeart/2008/layout/LinedList"/>
    <dgm:cxn modelId="{8A2529A4-1599-4C3B-80D0-0F419BC52576}" type="presParOf" srcId="{4421C8A8-AC62-4142-9134-13EF349E6644}" destId="{32713B01-AE14-403B-A4F0-B8FD7FEF7766}" srcOrd="1" destOrd="0" presId="urn:microsoft.com/office/officeart/2008/layout/LinedList"/>
    <dgm:cxn modelId="{91E1591D-5814-42C4-A551-177B671DA1B2}" type="presParOf" srcId="{9FC47FAB-E63E-4FCB-96B3-DBEC53B046FB}" destId="{2C32DFDF-B03F-4136-A0A8-64088B136E9F}" srcOrd="8" destOrd="0" presId="urn:microsoft.com/office/officeart/2008/layout/LinedList"/>
    <dgm:cxn modelId="{83EE3741-813D-42FB-A0EE-A501167FD946}" type="presParOf" srcId="{9FC47FAB-E63E-4FCB-96B3-DBEC53B046FB}" destId="{193C2848-2D7E-4476-9B10-8FEAADD2B5F0}" srcOrd="9" destOrd="0" presId="urn:microsoft.com/office/officeart/2008/layout/LinedList"/>
    <dgm:cxn modelId="{58CC2F03-0763-49B1-BE4A-EF8D36620F7C}" type="presParOf" srcId="{193C2848-2D7E-4476-9B10-8FEAADD2B5F0}" destId="{9BDF2C26-360A-4042-A230-0C0B83D7D09A}" srcOrd="0" destOrd="0" presId="urn:microsoft.com/office/officeart/2008/layout/LinedList"/>
    <dgm:cxn modelId="{FCD155E6-4F8B-4E7E-A951-61080F75159D}" type="presParOf" srcId="{193C2848-2D7E-4476-9B10-8FEAADD2B5F0}" destId="{329C72F5-FBCA-400F-90EE-A62BFCC2785B}" srcOrd="1" destOrd="0" presId="urn:microsoft.com/office/officeart/2008/layout/LinedList"/>
    <dgm:cxn modelId="{49C3D744-0CBE-4477-A3E8-DA8F3D07B87C}" type="presParOf" srcId="{9FC47FAB-E63E-4FCB-96B3-DBEC53B046FB}" destId="{DFB09207-F5B5-4B7B-BB61-FCDEE229038B}" srcOrd="10" destOrd="0" presId="urn:microsoft.com/office/officeart/2008/layout/LinedList"/>
    <dgm:cxn modelId="{FD6DC22D-D174-4C4A-815C-B7F4AF8404C6}" type="presParOf" srcId="{9FC47FAB-E63E-4FCB-96B3-DBEC53B046FB}" destId="{B6005BA7-7837-4D26-AB7A-246D26A250B1}" srcOrd="11" destOrd="0" presId="urn:microsoft.com/office/officeart/2008/layout/LinedList"/>
    <dgm:cxn modelId="{E41338FA-DCB3-4D5D-955A-08192B2A09D5}" type="presParOf" srcId="{B6005BA7-7837-4D26-AB7A-246D26A250B1}" destId="{AC8A8E6A-057B-4410-A273-FB29B74C43E2}" srcOrd="0" destOrd="0" presId="urn:microsoft.com/office/officeart/2008/layout/LinedList"/>
    <dgm:cxn modelId="{6245C2CA-835C-4CFB-AC63-7A96583AC5A1}" type="presParOf" srcId="{B6005BA7-7837-4D26-AB7A-246D26A250B1}" destId="{6F23E3D3-B581-4292-B5C7-60E1F7EC9503}" srcOrd="1" destOrd="0" presId="urn:microsoft.com/office/officeart/2008/layout/LinedList"/>
    <dgm:cxn modelId="{4579B277-924E-4D53-AF2E-38907EA4F6BB}" type="presParOf" srcId="{9FC47FAB-E63E-4FCB-96B3-DBEC53B046FB}" destId="{053C0C05-E491-477E-A13C-124878A8C57F}" srcOrd="12" destOrd="0" presId="urn:microsoft.com/office/officeart/2008/layout/LinedList"/>
    <dgm:cxn modelId="{BBB0BDA8-F717-460B-9D60-38AB08289509}" type="presParOf" srcId="{9FC47FAB-E63E-4FCB-96B3-DBEC53B046FB}" destId="{DBCA39BA-92FC-46F3-985C-CF5C08A7B956}" srcOrd="13" destOrd="0" presId="urn:microsoft.com/office/officeart/2008/layout/LinedList"/>
    <dgm:cxn modelId="{4389D748-1B73-4792-8903-112142AD5EB0}" type="presParOf" srcId="{DBCA39BA-92FC-46F3-985C-CF5C08A7B956}" destId="{B13BDF14-82F8-4210-827E-051F35CC22B9}" srcOrd="0" destOrd="0" presId="urn:microsoft.com/office/officeart/2008/layout/LinedList"/>
    <dgm:cxn modelId="{683E4EC5-6245-48F8-A4A6-69DCE88DCE9C}" type="presParOf" srcId="{DBCA39BA-92FC-46F3-985C-CF5C08A7B956}" destId="{910DEDD1-0240-41F4-A2A4-849FEDDB98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3F5CAB7-7A7A-49CF-923F-C8FC124A5A7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71BDD95-8AB5-4288-ADB8-EB642E9540D4}">
      <dgm:prSet/>
      <dgm:spPr/>
      <dgm:t>
        <a:bodyPr/>
        <a:lstStyle/>
        <a:p>
          <a:r>
            <a:rPr lang="en-US" b="1" i="0" baseline="0"/>
            <a:t>Affectiva</a:t>
          </a:r>
          <a:r>
            <a:rPr lang="en-US" b="0" i="0" baseline="0"/>
            <a:t> → Facial emotion recognition only</a:t>
          </a:r>
          <a:endParaRPr lang="en-US"/>
        </a:p>
      </dgm:t>
    </dgm:pt>
    <dgm:pt modelId="{4F663299-33C2-4BBA-B3D3-D606FFECC7C7}" type="parTrans" cxnId="{2A3C6537-938A-4BE7-9136-209828CA50C7}">
      <dgm:prSet/>
      <dgm:spPr/>
      <dgm:t>
        <a:bodyPr/>
        <a:lstStyle/>
        <a:p>
          <a:endParaRPr lang="en-US"/>
        </a:p>
      </dgm:t>
    </dgm:pt>
    <dgm:pt modelId="{AF17FEA3-E957-40F5-A6BE-8BA0278D6039}" type="sibTrans" cxnId="{2A3C6537-938A-4BE7-9136-209828CA50C7}">
      <dgm:prSet/>
      <dgm:spPr/>
      <dgm:t>
        <a:bodyPr/>
        <a:lstStyle/>
        <a:p>
          <a:endParaRPr lang="en-US"/>
        </a:p>
      </dgm:t>
    </dgm:pt>
    <dgm:pt modelId="{AF088171-026B-4817-AD05-8B2066324CC0}">
      <dgm:prSet/>
      <dgm:spPr/>
      <dgm:t>
        <a:bodyPr/>
        <a:lstStyle/>
        <a:p>
          <a:r>
            <a:rPr lang="en-US" b="1" i="0" baseline="0"/>
            <a:t>Beyond Verbal</a:t>
          </a:r>
          <a:r>
            <a:rPr lang="en-US" b="0" i="0" baseline="0"/>
            <a:t> → Speech emotion recognition only</a:t>
          </a:r>
          <a:endParaRPr lang="en-US"/>
        </a:p>
      </dgm:t>
    </dgm:pt>
    <dgm:pt modelId="{E9DC3EBB-1850-43E3-B3AB-DCE800044661}" type="parTrans" cxnId="{6845EC8E-9761-4875-8C8C-A90AA2B4EB72}">
      <dgm:prSet/>
      <dgm:spPr/>
      <dgm:t>
        <a:bodyPr/>
        <a:lstStyle/>
        <a:p>
          <a:endParaRPr lang="en-US"/>
        </a:p>
      </dgm:t>
    </dgm:pt>
    <dgm:pt modelId="{E05DADCA-44E1-4203-8C45-55ED0637E72F}" type="sibTrans" cxnId="{6845EC8E-9761-4875-8C8C-A90AA2B4EB72}">
      <dgm:prSet/>
      <dgm:spPr/>
      <dgm:t>
        <a:bodyPr/>
        <a:lstStyle/>
        <a:p>
          <a:endParaRPr lang="en-US"/>
        </a:p>
      </dgm:t>
    </dgm:pt>
    <dgm:pt modelId="{4620186D-F653-427A-9DD0-D219B8451744}">
      <dgm:prSet/>
      <dgm:spPr/>
      <dgm:t>
        <a:bodyPr/>
        <a:lstStyle/>
        <a:p>
          <a:r>
            <a:rPr lang="en-US" b="1" i="0" baseline="0"/>
            <a:t>IBM Watson</a:t>
          </a:r>
          <a:r>
            <a:rPr lang="en-US" b="0" i="0" baseline="0"/>
            <a:t> → Text-based emotion analysis</a:t>
          </a:r>
          <a:endParaRPr lang="en-US"/>
        </a:p>
      </dgm:t>
    </dgm:pt>
    <dgm:pt modelId="{14ACD4ED-C0E9-4B2F-8514-C57CD68A2589}" type="parTrans" cxnId="{09330263-CEAE-47AB-AF4C-0C5CD566BA7C}">
      <dgm:prSet/>
      <dgm:spPr/>
      <dgm:t>
        <a:bodyPr/>
        <a:lstStyle/>
        <a:p>
          <a:endParaRPr lang="en-US"/>
        </a:p>
      </dgm:t>
    </dgm:pt>
    <dgm:pt modelId="{1A45E210-B168-45D6-A9BD-580DEB4C9B10}" type="sibTrans" cxnId="{09330263-CEAE-47AB-AF4C-0C5CD566BA7C}">
      <dgm:prSet/>
      <dgm:spPr/>
      <dgm:t>
        <a:bodyPr/>
        <a:lstStyle/>
        <a:p>
          <a:endParaRPr lang="en-US"/>
        </a:p>
      </dgm:t>
    </dgm:pt>
    <dgm:pt modelId="{BF1FC817-A15F-4E8A-80CD-DE137907E047}">
      <dgm:prSet/>
      <dgm:spPr/>
      <dgm:t>
        <a:bodyPr/>
        <a:lstStyle/>
        <a:p>
          <a:r>
            <a:rPr lang="en-US" b="1" i="0" baseline="0"/>
            <a:t>Microsoft Azure AI</a:t>
          </a:r>
          <a:r>
            <a:rPr lang="en-US" b="0" i="0" baseline="0"/>
            <a:t> → Indirect emotion detection</a:t>
          </a:r>
          <a:endParaRPr lang="en-US"/>
        </a:p>
      </dgm:t>
    </dgm:pt>
    <dgm:pt modelId="{78975591-BEDD-425F-8AFA-0CF4D9BC000C}" type="parTrans" cxnId="{37F5C470-7E00-4FCC-B2C5-853D5CFA79C7}">
      <dgm:prSet/>
      <dgm:spPr/>
      <dgm:t>
        <a:bodyPr/>
        <a:lstStyle/>
        <a:p>
          <a:endParaRPr lang="en-US"/>
        </a:p>
      </dgm:t>
    </dgm:pt>
    <dgm:pt modelId="{01B47506-7672-444F-BECA-1C8CD31940C6}" type="sibTrans" cxnId="{37F5C470-7E00-4FCC-B2C5-853D5CFA79C7}">
      <dgm:prSet/>
      <dgm:spPr/>
      <dgm:t>
        <a:bodyPr/>
        <a:lstStyle/>
        <a:p>
          <a:endParaRPr lang="en-US"/>
        </a:p>
      </dgm:t>
    </dgm:pt>
    <dgm:pt modelId="{CDB76E17-000B-4A0C-9D1F-7BE20A0A4217}" type="pres">
      <dgm:prSet presAssocID="{C3F5CAB7-7A7A-49CF-923F-C8FC124A5A72}" presName="linear" presStyleCnt="0">
        <dgm:presLayoutVars>
          <dgm:animLvl val="lvl"/>
          <dgm:resizeHandles val="exact"/>
        </dgm:presLayoutVars>
      </dgm:prSet>
      <dgm:spPr/>
    </dgm:pt>
    <dgm:pt modelId="{3BBA02EA-46CA-4A74-8CB4-3177B6EAD8E0}" type="pres">
      <dgm:prSet presAssocID="{971BDD95-8AB5-4288-ADB8-EB642E9540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46A4D5-B80A-42DD-81A1-29E0222A7D99}" type="pres">
      <dgm:prSet presAssocID="{AF17FEA3-E957-40F5-A6BE-8BA0278D6039}" presName="spacer" presStyleCnt="0"/>
      <dgm:spPr/>
    </dgm:pt>
    <dgm:pt modelId="{DD1BF368-E323-40D9-A8AB-7DD95AD49125}" type="pres">
      <dgm:prSet presAssocID="{AF088171-026B-4817-AD05-8B2066324CC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E987D0-FBEF-4EE0-B584-638BEDA2707D}" type="pres">
      <dgm:prSet presAssocID="{E05DADCA-44E1-4203-8C45-55ED0637E72F}" presName="spacer" presStyleCnt="0"/>
      <dgm:spPr/>
    </dgm:pt>
    <dgm:pt modelId="{12C37CD0-2D81-41C4-9D84-843F4DC1A0FC}" type="pres">
      <dgm:prSet presAssocID="{4620186D-F653-427A-9DD0-D219B845174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EA48F6-9EA7-4E75-8379-701B9D97C7D4}" type="pres">
      <dgm:prSet presAssocID="{1A45E210-B168-45D6-A9BD-580DEB4C9B10}" presName="spacer" presStyleCnt="0"/>
      <dgm:spPr/>
    </dgm:pt>
    <dgm:pt modelId="{A94F1396-C684-4784-A4CF-72C9CB9CDEE3}" type="pres">
      <dgm:prSet presAssocID="{BF1FC817-A15F-4E8A-80CD-DE137907E0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D2AB30-533A-4741-A410-69CAB87B10BB}" type="presOf" srcId="{C3F5CAB7-7A7A-49CF-923F-C8FC124A5A72}" destId="{CDB76E17-000B-4A0C-9D1F-7BE20A0A4217}" srcOrd="0" destOrd="0" presId="urn:microsoft.com/office/officeart/2005/8/layout/vList2"/>
    <dgm:cxn modelId="{2A3C6537-938A-4BE7-9136-209828CA50C7}" srcId="{C3F5CAB7-7A7A-49CF-923F-C8FC124A5A72}" destId="{971BDD95-8AB5-4288-ADB8-EB642E9540D4}" srcOrd="0" destOrd="0" parTransId="{4F663299-33C2-4BBA-B3D3-D606FFECC7C7}" sibTransId="{AF17FEA3-E957-40F5-A6BE-8BA0278D6039}"/>
    <dgm:cxn modelId="{09330263-CEAE-47AB-AF4C-0C5CD566BA7C}" srcId="{C3F5CAB7-7A7A-49CF-923F-C8FC124A5A72}" destId="{4620186D-F653-427A-9DD0-D219B8451744}" srcOrd="2" destOrd="0" parTransId="{14ACD4ED-C0E9-4B2F-8514-C57CD68A2589}" sibTransId="{1A45E210-B168-45D6-A9BD-580DEB4C9B10}"/>
    <dgm:cxn modelId="{6B10F448-E5F2-4CC2-92B2-CB56CABD7707}" type="presOf" srcId="{971BDD95-8AB5-4288-ADB8-EB642E9540D4}" destId="{3BBA02EA-46CA-4A74-8CB4-3177B6EAD8E0}" srcOrd="0" destOrd="0" presId="urn:microsoft.com/office/officeart/2005/8/layout/vList2"/>
    <dgm:cxn modelId="{65CABF4A-E995-42CA-9386-53F1F285F8AB}" type="presOf" srcId="{AF088171-026B-4817-AD05-8B2066324CC0}" destId="{DD1BF368-E323-40D9-A8AB-7DD95AD49125}" srcOrd="0" destOrd="0" presId="urn:microsoft.com/office/officeart/2005/8/layout/vList2"/>
    <dgm:cxn modelId="{37F5C470-7E00-4FCC-B2C5-853D5CFA79C7}" srcId="{C3F5CAB7-7A7A-49CF-923F-C8FC124A5A72}" destId="{BF1FC817-A15F-4E8A-80CD-DE137907E047}" srcOrd="3" destOrd="0" parTransId="{78975591-BEDD-425F-8AFA-0CF4D9BC000C}" sibTransId="{01B47506-7672-444F-BECA-1C8CD31940C6}"/>
    <dgm:cxn modelId="{6845EC8E-9761-4875-8C8C-A90AA2B4EB72}" srcId="{C3F5CAB7-7A7A-49CF-923F-C8FC124A5A72}" destId="{AF088171-026B-4817-AD05-8B2066324CC0}" srcOrd="1" destOrd="0" parTransId="{E9DC3EBB-1850-43E3-B3AB-DCE800044661}" sibTransId="{E05DADCA-44E1-4203-8C45-55ED0637E72F}"/>
    <dgm:cxn modelId="{A48744DC-301B-4B34-AED4-8167005E37D9}" type="presOf" srcId="{4620186D-F653-427A-9DD0-D219B8451744}" destId="{12C37CD0-2D81-41C4-9D84-843F4DC1A0FC}" srcOrd="0" destOrd="0" presId="urn:microsoft.com/office/officeart/2005/8/layout/vList2"/>
    <dgm:cxn modelId="{E92CBCF3-32D1-472A-BF6F-BA1D70D43446}" type="presOf" srcId="{BF1FC817-A15F-4E8A-80CD-DE137907E047}" destId="{A94F1396-C684-4784-A4CF-72C9CB9CDEE3}" srcOrd="0" destOrd="0" presId="urn:microsoft.com/office/officeart/2005/8/layout/vList2"/>
    <dgm:cxn modelId="{EE0A7F9D-8842-4FC0-AB77-5CD40591DF4C}" type="presParOf" srcId="{CDB76E17-000B-4A0C-9D1F-7BE20A0A4217}" destId="{3BBA02EA-46CA-4A74-8CB4-3177B6EAD8E0}" srcOrd="0" destOrd="0" presId="urn:microsoft.com/office/officeart/2005/8/layout/vList2"/>
    <dgm:cxn modelId="{47CC26A2-D033-4F4A-B1F7-044B7A3B1966}" type="presParOf" srcId="{CDB76E17-000B-4A0C-9D1F-7BE20A0A4217}" destId="{1546A4D5-B80A-42DD-81A1-29E0222A7D99}" srcOrd="1" destOrd="0" presId="urn:microsoft.com/office/officeart/2005/8/layout/vList2"/>
    <dgm:cxn modelId="{BD1ECB44-38A3-457E-8720-BE2EC8A0D0AB}" type="presParOf" srcId="{CDB76E17-000B-4A0C-9D1F-7BE20A0A4217}" destId="{DD1BF368-E323-40D9-A8AB-7DD95AD49125}" srcOrd="2" destOrd="0" presId="urn:microsoft.com/office/officeart/2005/8/layout/vList2"/>
    <dgm:cxn modelId="{0F9693DB-B2B8-49A6-B736-01609C14FD82}" type="presParOf" srcId="{CDB76E17-000B-4A0C-9D1F-7BE20A0A4217}" destId="{20E987D0-FBEF-4EE0-B584-638BEDA2707D}" srcOrd="3" destOrd="0" presId="urn:microsoft.com/office/officeart/2005/8/layout/vList2"/>
    <dgm:cxn modelId="{89CFD2F2-E386-498E-9475-6FEB7432E684}" type="presParOf" srcId="{CDB76E17-000B-4A0C-9D1F-7BE20A0A4217}" destId="{12C37CD0-2D81-41C4-9D84-843F4DC1A0FC}" srcOrd="4" destOrd="0" presId="urn:microsoft.com/office/officeart/2005/8/layout/vList2"/>
    <dgm:cxn modelId="{7068DDA8-2765-4C42-95D6-8737D5829397}" type="presParOf" srcId="{CDB76E17-000B-4A0C-9D1F-7BE20A0A4217}" destId="{C1EA48F6-9EA7-4E75-8379-701B9D97C7D4}" srcOrd="5" destOrd="0" presId="urn:microsoft.com/office/officeart/2005/8/layout/vList2"/>
    <dgm:cxn modelId="{DCBA7DE1-24C3-4FC8-AC26-603C0FB76616}" type="presParOf" srcId="{CDB76E17-000B-4A0C-9D1F-7BE20A0A4217}" destId="{A94F1396-C684-4784-A4CF-72C9CB9CDE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C0815CB-A27C-4AB7-8053-B7AAE55A313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267729-EC9E-4D69-98CF-647DFFAF3D49}">
      <dgm:prSet/>
      <dgm:spPr/>
      <dgm:t>
        <a:bodyPr/>
        <a:lstStyle/>
        <a:p>
          <a:r>
            <a:rPr lang="en-US" b="0" i="0" baseline="0"/>
            <a:t>Combines facial and speech emotion recognition</a:t>
          </a:r>
          <a:endParaRPr lang="en-US"/>
        </a:p>
      </dgm:t>
    </dgm:pt>
    <dgm:pt modelId="{3226BA36-05F3-48FF-8C42-36C9AC28160F}" type="parTrans" cxnId="{93953BC6-D2CD-45CA-AE8D-DF56987E4FE9}">
      <dgm:prSet/>
      <dgm:spPr/>
      <dgm:t>
        <a:bodyPr/>
        <a:lstStyle/>
        <a:p>
          <a:endParaRPr lang="en-US"/>
        </a:p>
      </dgm:t>
    </dgm:pt>
    <dgm:pt modelId="{8BBBEED1-1C72-4B24-BD31-4D033BF54BA3}" type="sibTrans" cxnId="{93953BC6-D2CD-45CA-AE8D-DF56987E4FE9}">
      <dgm:prSet/>
      <dgm:spPr/>
      <dgm:t>
        <a:bodyPr/>
        <a:lstStyle/>
        <a:p>
          <a:endParaRPr lang="en-US"/>
        </a:p>
      </dgm:t>
    </dgm:pt>
    <dgm:pt modelId="{D4EF9A39-A0EC-44DA-AB95-003C11587E8F}">
      <dgm:prSet/>
      <dgm:spPr/>
      <dgm:t>
        <a:bodyPr/>
        <a:lstStyle/>
        <a:p>
          <a:r>
            <a:rPr lang="en-US" b="0" i="0" baseline="0"/>
            <a:t>Higher accuracy than single-modal systems</a:t>
          </a:r>
          <a:endParaRPr lang="en-US"/>
        </a:p>
      </dgm:t>
    </dgm:pt>
    <dgm:pt modelId="{3EB8C184-3C60-4878-8BB5-6E99DA3460F1}" type="parTrans" cxnId="{A8B54805-36EA-4E82-AB19-FB32388C5EBA}">
      <dgm:prSet/>
      <dgm:spPr/>
      <dgm:t>
        <a:bodyPr/>
        <a:lstStyle/>
        <a:p>
          <a:endParaRPr lang="en-US"/>
        </a:p>
      </dgm:t>
    </dgm:pt>
    <dgm:pt modelId="{82E7648C-D629-4473-9D9F-A0CFEFA7885F}" type="sibTrans" cxnId="{A8B54805-36EA-4E82-AB19-FB32388C5EBA}">
      <dgm:prSet/>
      <dgm:spPr/>
      <dgm:t>
        <a:bodyPr/>
        <a:lstStyle/>
        <a:p>
          <a:endParaRPr lang="en-US"/>
        </a:p>
      </dgm:t>
    </dgm:pt>
    <dgm:pt modelId="{CE3ACA9D-809D-4541-8676-3F268DA24A5F}">
      <dgm:prSet/>
      <dgm:spPr/>
      <dgm:t>
        <a:bodyPr/>
        <a:lstStyle/>
        <a:p>
          <a:r>
            <a:rPr lang="en-US" b="0" i="0" baseline="0"/>
            <a:t>Real-time predictions</a:t>
          </a:r>
          <a:endParaRPr lang="en-US"/>
        </a:p>
      </dgm:t>
    </dgm:pt>
    <dgm:pt modelId="{3393BA9B-2E11-4B7A-AA2C-7DC09D0B2737}" type="parTrans" cxnId="{1723F563-A69D-4BBB-9A38-4AE5FA1E5AAB}">
      <dgm:prSet/>
      <dgm:spPr/>
      <dgm:t>
        <a:bodyPr/>
        <a:lstStyle/>
        <a:p>
          <a:endParaRPr lang="en-US"/>
        </a:p>
      </dgm:t>
    </dgm:pt>
    <dgm:pt modelId="{E582978D-EE4B-404F-9B88-7DE7325FB3F3}" type="sibTrans" cxnId="{1723F563-A69D-4BBB-9A38-4AE5FA1E5AAB}">
      <dgm:prSet/>
      <dgm:spPr/>
      <dgm:t>
        <a:bodyPr/>
        <a:lstStyle/>
        <a:p>
          <a:endParaRPr lang="en-US"/>
        </a:p>
      </dgm:t>
    </dgm:pt>
    <dgm:pt modelId="{BBE63699-C2BE-420A-A851-A5B813A846CF}">
      <dgm:prSet/>
      <dgm:spPr/>
      <dgm:t>
        <a:bodyPr/>
        <a:lstStyle/>
        <a:p>
          <a:r>
            <a:rPr lang="en-US" b="0" i="0" baseline="0"/>
            <a:t>User-friendly interface</a:t>
          </a:r>
          <a:endParaRPr lang="en-US"/>
        </a:p>
      </dgm:t>
    </dgm:pt>
    <dgm:pt modelId="{30AB4CD2-8FAD-467A-B208-3BC2A19DE80B}" type="parTrans" cxnId="{9055C177-1AB3-48A6-96D1-6DCD1939592D}">
      <dgm:prSet/>
      <dgm:spPr/>
      <dgm:t>
        <a:bodyPr/>
        <a:lstStyle/>
        <a:p>
          <a:endParaRPr lang="en-US"/>
        </a:p>
      </dgm:t>
    </dgm:pt>
    <dgm:pt modelId="{266CE294-F26C-4C83-B734-FD3C2030D729}" type="sibTrans" cxnId="{9055C177-1AB3-48A6-96D1-6DCD1939592D}">
      <dgm:prSet/>
      <dgm:spPr/>
      <dgm:t>
        <a:bodyPr/>
        <a:lstStyle/>
        <a:p>
          <a:endParaRPr lang="en-US"/>
        </a:p>
      </dgm:t>
    </dgm:pt>
    <dgm:pt modelId="{1428EC02-E73F-4F56-96CE-07340C4A6BF8}" type="pres">
      <dgm:prSet presAssocID="{BC0815CB-A27C-4AB7-8053-B7AAE55A3130}" presName="linear" presStyleCnt="0">
        <dgm:presLayoutVars>
          <dgm:animLvl val="lvl"/>
          <dgm:resizeHandles val="exact"/>
        </dgm:presLayoutVars>
      </dgm:prSet>
      <dgm:spPr/>
    </dgm:pt>
    <dgm:pt modelId="{0DFBC0BC-C4E3-458A-AD93-BB26F7D5E6C7}" type="pres">
      <dgm:prSet presAssocID="{22267729-EC9E-4D69-98CF-647DFFAF3D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CE5C45-C043-406B-B831-15FB65C688B2}" type="pres">
      <dgm:prSet presAssocID="{8BBBEED1-1C72-4B24-BD31-4D033BF54BA3}" presName="spacer" presStyleCnt="0"/>
      <dgm:spPr/>
    </dgm:pt>
    <dgm:pt modelId="{6655E601-F3AE-4F43-B29B-B87EBBA35F9A}" type="pres">
      <dgm:prSet presAssocID="{D4EF9A39-A0EC-44DA-AB95-003C11587E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005A4A-5B92-44EC-B865-385921215CDA}" type="pres">
      <dgm:prSet presAssocID="{82E7648C-D629-4473-9D9F-A0CFEFA7885F}" presName="spacer" presStyleCnt="0"/>
      <dgm:spPr/>
    </dgm:pt>
    <dgm:pt modelId="{063E357A-7598-4BA0-B06F-289FBE29B48D}" type="pres">
      <dgm:prSet presAssocID="{CE3ACA9D-809D-4541-8676-3F268DA24A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6F81AC-D0FE-4B1B-AEDC-43603C870E09}" type="pres">
      <dgm:prSet presAssocID="{E582978D-EE4B-404F-9B88-7DE7325FB3F3}" presName="spacer" presStyleCnt="0"/>
      <dgm:spPr/>
    </dgm:pt>
    <dgm:pt modelId="{1FD6E903-B894-4188-8324-AD3DEE4905DA}" type="pres">
      <dgm:prSet presAssocID="{BBE63699-C2BE-420A-A851-A5B813A846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B54805-36EA-4E82-AB19-FB32388C5EBA}" srcId="{BC0815CB-A27C-4AB7-8053-B7AAE55A3130}" destId="{D4EF9A39-A0EC-44DA-AB95-003C11587E8F}" srcOrd="1" destOrd="0" parTransId="{3EB8C184-3C60-4878-8BB5-6E99DA3460F1}" sibTransId="{82E7648C-D629-4473-9D9F-A0CFEFA7885F}"/>
    <dgm:cxn modelId="{1D929360-2B29-40D8-AB4B-8A12A30DF999}" type="presOf" srcId="{BBE63699-C2BE-420A-A851-A5B813A846CF}" destId="{1FD6E903-B894-4188-8324-AD3DEE4905DA}" srcOrd="0" destOrd="0" presId="urn:microsoft.com/office/officeart/2005/8/layout/vList2"/>
    <dgm:cxn modelId="{1723F563-A69D-4BBB-9A38-4AE5FA1E5AAB}" srcId="{BC0815CB-A27C-4AB7-8053-B7AAE55A3130}" destId="{CE3ACA9D-809D-4541-8676-3F268DA24A5F}" srcOrd="2" destOrd="0" parTransId="{3393BA9B-2E11-4B7A-AA2C-7DC09D0B2737}" sibTransId="{E582978D-EE4B-404F-9B88-7DE7325FB3F3}"/>
    <dgm:cxn modelId="{B66B5376-10BD-4540-B672-B2EDD1D225D7}" type="presOf" srcId="{CE3ACA9D-809D-4541-8676-3F268DA24A5F}" destId="{063E357A-7598-4BA0-B06F-289FBE29B48D}" srcOrd="0" destOrd="0" presId="urn:microsoft.com/office/officeart/2005/8/layout/vList2"/>
    <dgm:cxn modelId="{9055C177-1AB3-48A6-96D1-6DCD1939592D}" srcId="{BC0815CB-A27C-4AB7-8053-B7AAE55A3130}" destId="{BBE63699-C2BE-420A-A851-A5B813A846CF}" srcOrd="3" destOrd="0" parTransId="{30AB4CD2-8FAD-467A-B208-3BC2A19DE80B}" sibTransId="{266CE294-F26C-4C83-B734-FD3C2030D729}"/>
    <dgm:cxn modelId="{93953BC6-D2CD-45CA-AE8D-DF56987E4FE9}" srcId="{BC0815CB-A27C-4AB7-8053-B7AAE55A3130}" destId="{22267729-EC9E-4D69-98CF-647DFFAF3D49}" srcOrd="0" destOrd="0" parTransId="{3226BA36-05F3-48FF-8C42-36C9AC28160F}" sibTransId="{8BBBEED1-1C72-4B24-BD31-4D033BF54BA3}"/>
    <dgm:cxn modelId="{0C5FDDCE-B43F-4898-AC49-3128DA50E7D4}" type="presOf" srcId="{BC0815CB-A27C-4AB7-8053-B7AAE55A3130}" destId="{1428EC02-E73F-4F56-96CE-07340C4A6BF8}" srcOrd="0" destOrd="0" presId="urn:microsoft.com/office/officeart/2005/8/layout/vList2"/>
    <dgm:cxn modelId="{38FDDFE8-BAD3-4E3E-AF0C-26F1D0A55A69}" type="presOf" srcId="{D4EF9A39-A0EC-44DA-AB95-003C11587E8F}" destId="{6655E601-F3AE-4F43-B29B-B87EBBA35F9A}" srcOrd="0" destOrd="0" presId="urn:microsoft.com/office/officeart/2005/8/layout/vList2"/>
    <dgm:cxn modelId="{C70738FA-ADAF-477D-9B89-6E451CD9BE89}" type="presOf" srcId="{22267729-EC9E-4D69-98CF-647DFFAF3D49}" destId="{0DFBC0BC-C4E3-458A-AD93-BB26F7D5E6C7}" srcOrd="0" destOrd="0" presId="urn:microsoft.com/office/officeart/2005/8/layout/vList2"/>
    <dgm:cxn modelId="{2DBF4A0D-FDF4-4F22-A2DA-F24D39B096CD}" type="presParOf" srcId="{1428EC02-E73F-4F56-96CE-07340C4A6BF8}" destId="{0DFBC0BC-C4E3-458A-AD93-BB26F7D5E6C7}" srcOrd="0" destOrd="0" presId="urn:microsoft.com/office/officeart/2005/8/layout/vList2"/>
    <dgm:cxn modelId="{B6A553D2-0001-4DD6-8F37-E37DF83DBBBF}" type="presParOf" srcId="{1428EC02-E73F-4F56-96CE-07340C4A6BF8}" destId="{43CE5C45-C043-406B-B831-15FB65C688B2}" srcOrd="1" destOrd="0" presId="urn:microsoft.com/office/officeart/2005/8/layout/vList2"/>
    <dgm:cxn modelId="{014DD96A-5A27-4C0E-A609-06B387E1FCB8}" type="presParOf" srcId="{1428EC02-E73F-4F56-96CE-07340C4A6BF8}" destId="{6655E601-F3AE-4F43-B29B-B87EBBA35F9A}" srcOrd="2" destOrd="0" presId="urn:microsoft.com/office/officeart/2005/8/layout/vList2"/>
    <dgm:cxn modelId="{D87EB5E8-D9ED-4984-81E0-D7B01F11C23E}" type="presParOf" srcId="{1428EC02-E73F-4F56-96CE-07340C4A6BF8}" destId="{26005A4A-5B92-44EC-B865-385921215CDA}" srcOrd="3" destOrd="0" presId="urn:microsoft.com/office/officeart/2005/8/layout/vList2"/>
    <dgm:cxn modelId="{2B36AE18-7861-4CF9-A2B9-DD1EA2DE824C}" type="presParOf" srcId="{1428EC02-E73F-4F56-96CE-07340C4A6BF8}" destId="{063E357A-7598-4BA0-B06F-289FBE29B48D}" srcOrd="4" destOrd="0" presId="urn:microsoft.com/office/officeart/2005/8/layout/vList2"/>
    <dgm:cxn modelId="{D3778F77-0FD8-454C-8FB7-08754701516B}" type="presParOf" srcId="{1428EC02-E73F-4F56-96CE-07340C4A6BF8}" destId="{CA6F81AC-D0FE-4B1B-AEDC-43603C870E09}" srcOrd="5" destOrd="0" presId="urn:microsoft.com/office/officeart/2005/8/layout/vList2"/>
    <dgm:cxn modelId="{CF4C421C-67F0-4061-AA8A-2FAFAC3821A0}" type="presParOf" srcId="{1428EC02-E73F-4F56-96CE-07340C4A6BF8}" destId="{1FD6E903-B894-4188-8324-AD3DEE4905D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03EE841-B95C-42FB-A76E-F2DCC9D87F8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E1C37A-8D26-490A-B83F-ED5697C77188}">
      <dgm:prSet/>
      <dgm:spPr/>
      <dgm:t>
        <a:bodyPr/>
        <a:lstStyle/>
        <a:p>
          <a:r>
            <a:rPr lang="en-US" b="0" i="0" baseline="0"/>
            <a:t>Accurate emotion detection</a:t>
          </a:r>
          <a:endParaRPr lang="en-US"/>
        </a:p>
      </dgm:t>
    </dgm:pt>
    <dgm:pt modelId="{939448B7-9B9C-456F-A311-86774A698C85}" type="parTrans" cxnId="{D5EA5BA2-A476-4F83-A74F-D0D378613EE5}">
      <dgm:prSet/>
      <dgm:spPr/>
      <dgm:t>
        <a:bodyPr/>
        <a:lstStyle/>
        <a:p>
          <a:endParaRPr lang="en-US"/>
        </a:p>
      </dgm:t>
    </dgm:pt>
    <dgm:pt modelId="{AFEB375B-7AC1-442D-BEE6-4CE396BF5763}" type="sibTrans" cxnId="{D5EA5BA2-A476-4F83-A74F-D0D378613EE5}">
      <dgm:prSet/>
      <dgm:spPr/>
      <dgm:t>
        <a:bodyPr/>
        <a:lstStyle/>
        <a:p>
          <a:endParaRPr lang="en-US"/>
        </a:p>
      </dgm:t>
    </dgm:pt>
    <dgm:pt modelId="{7106FF76-B88E-4B98-8592-4A0A63D59A47}">
      <dgm:prSet/>
      <dgm:spPr/>
      <dgm:t>
        <a:bodyPr/>
        <a:lstStyle/>
        <a:p>
          <a:r>
            <a:rPr lang="en-US" b="1" i="0" baseline="0" dirty="0"/>
            <a:t>Possible applications:</a:t>
          </a:r>
          <a:endParaRPr lang="en-US" b="1" dirty="0"/>
        </a:p>
      </dgm:t>
    </dgm:pt>
    <dgm:pt modelId="{6F8D8C29-5325-4D8F-8BC1-6CCB73C243F1}" type="parTrans" cxnId="{BF374AE9-71E1-4B5D-B82B-B95C0D1A26A9}">
      <dgm:prSet/>
      <dgm:spPr/>
      <dgm:t>
        <a:bodyPr/>
        <a:lstStyle/>
        <a:p>
          <a:endParaRPr lang="en-US"/>
        </a:p>
      </dgm:t>
    </dgm:pt>
    <dgm:pt modelId="{01FFA635-59F8-4717-8554-C029267BEBF9}" type="sibTrans" cxnId="{BF374AE9-71E1-4B5D-B82B-B95C0D1A26A9}">
      <dgm:prSet/>
      <dgm:spPr/>
      <dgm:t>
        <a:bodyPr/>
        <a:lstStyle/>
        <a:p>
          <a:endParaRPr lang="en-US"/>
        </a:p>
      </dgm:t>
    </dgm:pt>
    <dgm:pt modelId="{945489ED-A93D-4ABB-AFCE-170E0E154A36}">
      <dgm:prSet/>
      <dgm:spPr/>
      <dgm:t>
        <a:bodyPr/>
        <a:lstStyle/>
        <a:p>
          <a:r>
            <a:rPr lang="en-US" b="0" i="0" baseline="0"/>
            <a:t>Mental health awareness</a:t>
          </a:r>
          <a:endParaRPr lang="en-US"/>
        </a:p>
      </dgm:t>
    </dgm:pt>
    <dgm:pt modelId="{CBA1219B-E435-46F8-8CBD-ED2BD84E57D6}" type="parTrans" cxnId="{468C39FC-9C67-4218-828B-25B7F9CDDCF7}">
      <dgm:prSet/>
      <dgm:spPr/>
      <dgm:t>
        <a:bodyPr/>
        <a:lstStyle/>
        <a:p>
          <a:endParaRPr lang="en-US"/>
        </a:p>
      </dgm:t>
    </dgm:pt>
    <dgm:pt modelId="{46AF4AA2-64B3-413B-8E85-49D455F7B286}" type="sibTrans" cxnId="{468C39FC-9C67-4218-828B-25B7F9CDDCF7}">
      <dgm:prSet/>
      <dgm:spPr/>
      <dgm:t>
        <a:bodyPr/>
        <a:lstStyle/>
        <a:p>
          <a:endParaRPr lang="en-US"/>
        </a:p>
      </dgm:t>
    </dgm:pt>
    <dgm:pt modelId="{DE9AD6F8-ECEC-4D7A-B6F6-2A9F89FDD2EB}">
      <dgm:prSet/>
      <dgm:spPr/>
      <dgm:t>
        <a:bodyPr/>
        <a:lstStyle/>
        <a:p>
          <a:r>
            <a:rPr lang="en-US" b="0" i="0" baseline="0"/>
            <a:t>Education systems</a:t>
          </a:r>
          <a:endParaRPr lang="en-US"/>
        </a:p>
      </dgm:t>
    </dgm:pt>
    <dgm:pt modelId="{CBFA5436-5F28-4C09-8A31-7B9B8096096F}" type="parTrans" cxnId="{23743764-3CBD-45CC-A0CE-8C483EDFC73C}">
      <dgm:prSet/>
      <dgm:spPr/>
      <dgm:t>
        <a:bodyPr/>
        <a:lstStyle/>
        <a:p>
          <a:endParaRPr lang="en-US"/>
        </a:p>
      </dgm:t>
    </dgm:pt>
    <dgm:pt modelId="{B542128A-F99E-4C31-8909-ACF61357A4E3}" type="sibTrans" cxnId="{23743764-3CBD-45CC-A0CE-8C483EDFC73C}">
      <dgm:prSet/>
      <dgm:spPr/>
      <dgm:t>
        <a:bodyPr/>
        <a:lstStyle/>
        <a:p>
          <a:endParaRPr lang="en-US"/>
        </a:p>
      </dgm:t>
    </dgm:pt>
    <dgm:pt modelId="{2AC01C24-06D0-4540-9449-225AA3FBCC8F}">
      <dgm:prSet/>
      <dgm:spPr/>
      <dgm:t>
        <a:bodyPr/>
        <a:lstStyle/>
        <a:p>
          <a:r>
            <a:rPr lang="en-US" b="0" i="0" baseline="0"/>
            <a:t>Human-computer interaction</a:t>
          </a:r>
          <a:endParaRPr lang="en-US"/>
        </a:p>
      </dgm:t>
    </dgm:pt>
    <dgm:pt modelId="{36FDC223-76FA-4263-B583-156F3D3F34FE}" type="parTrans" cxnId="{F5552A53-35AF-44E3-A789-CB5ABC83C399}">
      <dgm:prSet/>
      <dgm:spPr/>
      <dgm:t>
        <a:bodyPr/>
        <a:lstStyle/>
        <a:p>
          <a:endParaRPr lang="en-US"/>
        </a:p>
      </dgm:t>
    </dgm:pt>
    <dgm:pt modelId="{41BFA157-8534-4F69-8222-6375F4864A13}" type="sibTrans" cxnId="{F5552A53-35AF-44E3-A789-CB5ABC83C399}">
      <dgm:prSet/>
      <dgm:spPr/>
      <dgm:t>
        <a:bodyPr/>
        <a:lstStyle/>
        <a:p>
          <a:endParaRPr lang="en-US"/>
        </a:p>
      </dgm:t>
    </dgm:pt>
    <dgm:pt modelId="{B734E03A-15DC-418D-A442-B4321FFC0AF8}">
      <dgm:prSet/>
      <dgm:spPr/>
      <dgm:t>
        <a:bodyPr/>
        <a:lstStyle/>
        <a:p>
          <a:r>
            <a:rPr lang="en-US" b="0" i="0" baseline="0"/>
            <a:t>Can be extended to </a:t>
          </a:r>
          <a:r>
            <a:rPr lang="en-US" b="1" i="0" baseline="0"/>
            <a:t>full human behavior prediction</a:t>
          </a:r>
          <a:endParaRPr lang="en-US"/>
        </a:p>
      </dgm:t>
    </dgm:pt>
    <dgm:pt modelId="{6CA4B494-0A0F-458E-96DE-A17DBD2CC9FE}" type="parTrans" cxnId="{81A0CFCF-5275-42D0-9B2E-139197762449}">
      <dgm:prSet/>
      <dgm:spPr/>
      <dgm:t>
        <a:bodyPr/>
        <a:lstStyle/>
        <a:p>
          <a:endParaRPr lang="en-US"/>
        </a:p>
      </dgm:t>
    </dgm:pt>
    <dgm:pt modelId="{CA91D6EF-0119-487A-9E5F-7809020CD7F9}" type="sibTrans" cxnId="{81A0CFCF-5275-42D0-9B2E-139197762449}">
      <dgm:prSet/>
      <dgm:spPr/>
      <dgm:t>
        <a:bodyPr/>
        <a:lstStyle/>
        <a:p>
          <a:endParaRPr lang="en-US"/>
        </a:p>
      </dgm:t>
    </dgm:pt>
    <dgm:pt modelId="{E3CB9685-445C-4A2F-91E7-AC5AC8165869}" type="pres">
      <dgm:prSet presAssocID="{D03EE841-B95C-42FB-A76E-F2DCC9D87F80}" presName="vert0" presStyleCnt="0">
        <dgm:presLayoutVars>
          <dgm:dir/>
          <dgm:animOne val="branch"/>
          <dgm:animLvl val="lvl"/>
        </dgm:presLayoutVars>
      </dgm:prSet>
      <dgm:spPr/>
    </dgm:pt>
    <dgm:pt modelId="{01526089-0FB0-4F48-801D-3BFB07095A78}" type="pres">
      <dgm:prSet presAssocID="{6DE1C37A-8D26-490A-B83F-ED5697C77188}" presName="thickLine" presStyleLbl="alignNode1" presStyleIdx="0" presStyleCnt="6"/>
      <dgm:spPr/>
    </dgm:pt>
    <dgm:pt modelId="{58CA1F52-4F87-4957-AD47-286A8A262726}" type="pres">
      <dgm:prSet presAssocID="{6DE1C37A-8D26-490A-B83F-ED5697C77188}" presName="horz1" presStyleCnt="0"/>
      <dgm:spPr/>
    </dgm:pt>
    <dgm:pt modelId="{4ECBDFDB-226E-4C84-A883-9BE74D7C5965}" type="pres">
      <dgm:prSet presAssocID="{6DE1C37A-8D26-490A-B83F-ED5697C77188}" presName="tx1" presStyleLbl="revTx" presStyleIdx="0" presStyleCnt="6"/>
      <dgm:spPr/>
    </dgm:pt>
    <dgm:pt modelId="{EB519EF5-E8A1-4015-930E-64024A075CDC}" type="pres">
      <dgm:prSet presAssocID="{6DE1C37A-8D26-490A-B83F-ED5697C77188}" presName="vert1" presStyleCnt="0"/>
      <dgm:spPr/>
    </dgm:pt>
    <dgm:pt modelId="{72E5D7B1-1A5A-4518-8118-D0604BD61CDD}" type="pres">
      <dgm:prSet presAssocID="{7106FF76-B88E-4B98-8592-4A0A63D59A47}" presName="thickLine" presStyleLbl="alignNode1" presStyleIdx="1" presStyleCnt="6"/>
      <dgm:spPr/>
    </dgm:pt>
    <dgm:pt modelId="{E57D6688-5267-444B-B55E-B42D87B1F141}" type="pres">
      <dgm:prSet presAssocID="{7106FF76-B88E-4B98-8592-4A0A63D59A47}" presName="horz1" presStyleCnt="0"/>
      <dgm:spPr/>
    </dgm:pt>
    <dgm:pt modelId="{90554BA6-DB1D-42A9-A1B1-BA8A15B70924}" type="pres">
      <dgm:prSet presAssocID="{7106FF76-B88E-4B98-8592-4A0A63D59A47}" presName="tx1" presStyleLbl="revTx" presStyleIdx="1" presStyleCnt="6"/>
      <dgm:spPr/>
    </dgm:pt>
    <dgm:pt modelId="{6021D2A1-0A09-44F9-966A-FF485E102ECB}" type="pres">
      <dgm:prSet presAssocID="{7106FF76-B88E-4B98-8592-4A0A63D59A47}" presName="vert1" presStyleCnt="0"/>
      <dgm:spPr/>
    </dgm:pt>
    <dgm:pt modelId="{89993F35-B629-4470-8366-728758399A11}" type="pres">
      <dgm:prSet presAssocID="{945489ED-A93D-4ABB-AFCE-170E0E154A36}" presName="thickLine" presStyleLbl="alignNode1" presStyleIdx="2" presStyleCnt="6"/>
      <dgm:spPr/>
    </dgm:pt>
    <dgm:pt modelId="{A87F12E4-AB31-4B7C-AD86-62D181A47177}" type="pres">
      <dgm:prSet presAssocID="{945489ED-A93D-4ABB-AFCE-170E0E154A36}" presName="horz1" presStyleCnt="0"/>
      <dgm:spPr/>
    </dgm:pt>
    <dgm:pt modelId="{31E24EC2-7F24-4047-A02D-37AE7471F84F}" type="pres">
      <dgm:prSet presAssocID="{945489ED-A93D-4ABB-AFCE-170E0E154A36}" presName="tx1" presStyleLbl="revTx" presStyleIdx="2" presStyleCnt="6"/>
      <dgm:spPr/>
    </dgm:pt>
    <dgm:pt modelId="{B806CA33-9B50-4689-BBB2-4E09D9FD08C8}" type="pres">
      <dgm:prSet presAssocID="{945489ED-A93D-4ABB-AFCE-170E0E154A36}" presName="vert1" presStyleCnt="0"/>
      <dgm:spPr/>
    </dgm:pt>
    <dgm:pt modelId="{5DBD0E49-D978-4D57-8F3D-E9038150FAE5}" type="pres">
      <dgm:prSet presAssocID="{DE9AD6F8-ECEC-4D7A-B6F6-2A9F89FDD2EB}" presName="thickLine" presStyleLbl="alignNode1" presStyleIdx="3" presStyleCnt="6"/>
      <dgm:spPr/>
    </dgm:pt>
    <dgm:pt modelId="{657284B1-197C-498F-B4FE-E6232EE38B8C}" type="pres">
      <dgm:prSet presAssocID="{DE9AD6F8-ECEC-4D7A-B6F6-2A9F89FDD2EB}" presName="horz1" presStyleCnt="0"/>
      <dgm:spPr/>
    </dgm:pt>
    <dgm:pt modelId="{52EAB7B2-B8AF-4CC9-819A-35FA41357737}" type="pres">
      <dgm:prSet presAssocID="{DE9AD6F8-ECEC-4D7A-B6F6-2A9F89FDD2EB}" presName="tx1" presStyleLbl="revTx" presStyleIdx="3" presStyleCnt="6"/>
      <dgm:spPr/>
    </dgm:pt>
    <dgm:pt modelId="{48611267-73F1-4046-93B4-C508AA306AAC}" type="pres">
      <dgm:prSet presAssocID="{DE9AD6F8-ECEC-4D7A-B6F6-2A9F89FDD2EB}" presName="vert1" presStyleCnt="0"/>
      <dgm:spPr/>
    </dgm:pt>
    <dgm:pt modelId="{E91A7B8C-A2AF-4244-9A4D-3119308DA2C2}" type="pres">
      <dgm:prSet presAssocID="{2AC01C24-06D0-4540-9449-225AA3FBCC8F}" presName="thickLine" presStyleLbl="alignNode1" presStyleIdx="4" presStyleCnt="6"/>
      <dgm:spPr/>
    </dgm:pt>
    <dgm:pt modelId="{C1A25F0E-263E-44E9-9261-B43AD0DDD5E0}" type="pres">
      <dgm:prSet presAssocID="{2AC01C24-06D0-4540-9449-225AA3FBCC8F}" presName="horz1" presStyleCnt="0"/>
      <dgm:spPr/>
    </dgm:pt>
    <dgm:pt modelId="{68428A06-4C70-43CA-9B20-8C7CFDBEA005}" type="pres">
      <dgm:prSet presAssocID="{2AC01C24-06D0-4540-9449-225AA3FBCC8F}" presName="tx1" presStyleLbl="revTx" presStyleIdx="4" presStyleCnt="6"/>
      <dgm:spPr/>
    </dgm:pt>
    <dgm:pt modelId="{7CC4CCD3-4241-40F0-BECD-1FE1547D97AA}" type="pres">
      <dgm:prSet presAssocID="{2AC01C24-06D0-4540-9449-225AA3FBCC8F}" presName="vert1" presStyleCnt="0"/>
      <dgm:spPr/>
    </dgm:pt>
    <dgm:pt modelId="{C6C6787F-6D9E-4073-BEBB-8B0953C5367C}" type="pres">
      <dgm:prSet presAssocID="{B734E03A-15DC-418D-A442-B4321FFC0AF8}" presName="thickLine" presStyleLbl="alignNode1" presStyleIdx="5" presStyleCnt="6"/>
      <dgm:spPr/>
    </dgm:pt>
    <dgm:pt modelId="{D45E4413-44A8-46AD-811F-C533709FB09F}" type="pres">
      <dgm:prSet presAssocID="{B734E03A-15DC-418D-A442-B4321FFC0AF8}" presName="horz1" presStyleCnt="0"/>
      <dgm:spPr/>
    </dgm:pt>
    <dgm:pt modelId="{0CF6528C-3975-4046-BCDD-9419CA928C37}" type="pres">
      <dgm:prSet presAssocID="{B734E03A-15DC-418D-A442-B4321FFC0AF8}" presName="tx1" presStyleLbl="revTx" presStyleIdx="5" presStyleCnt="6"/>
      <dgm:spPr/>
    </dgm:pt>
    <dgm:pt modelId="{BDA331AF-87A5-4E13-9495-B1B5F8DC7EDE}" type="pres">
      <dgm:prSet presAssocID="{B734E03A-15DC-418D-A442-B4321FFC0AF8}" presName="vert1" presStyleCnt="0"/>
      <dgm:spPr/>
    </dgm:pt>
  </dgm:ptLst>
  <dgm:cxnLst>
    <dgm:cxn modelId="{23743764-3CBD-45CC-A0CE-8C483EDFC73C}" srcId="{D03EE841-B95C-42FB-A76E-F2DCC9D87F80}" destId="{DE9AD6F8-ECEC-4D7A-B6F6-2A9F89FDD2EB}" srcOrd="3" destOrd="0" parTransId="{CBFA5436-5F28-4C09-8A31-7B9B8096096F}" sibTransId="{B542128A-F99E-4C31-8909-ACF61357A4E3}"/>
    <dgm:cxn modelId="{6848E751-2ED9-4717-ACB7-67E7F97EA2F3}" type="presOf" srcId="{945489ED-A93D-4ABB-AFCE-170E0E154A36}" destId="{31E24EC2-7F24-4047-A02D-37AE7471F84F}" srcOrd="0" destOrd="0" presId="urn:microsoft.com/office/officeart/2008/layout/LinedList"/>
    <dgm:cxn modelId="{F5552A53-35AF-44E3-A789-CB5ABC83C399}" srcId="{D03EE841-B95C-42FB-A76E-F2DCC9D87F80}" destId="{2AC01C24-06D0-4540-9449-225AA3FBCC8F}" srcOrd="4" destOrd="0" parTransId="{36FDC223-76FA-4263-B583-156F3D3F34FE}" sibTransId="{41BFA157-8534-4F69-8222-6375F4864A13}"/>
    <dgm:cxn modelId="{D5EA5BA2-A476-4F83-A74F-D0D378613EE5}" srcId="{D03EE841-B95C-42FB-A76E-F2DCC9D87F80}" destId="{6DE1C37A-8D26-490A-B83F-ED5697C77188}" srcOrd="0" destOrd="0" parTransId="{939448B7-9B9C-456F-A311-86774A698C85}" sibTransId="{AFEB375B-7AC1-442D-BEE6-4CE396BF5763}"/>
    <dgm:cxn modelId="{D43FD1A7-296A-4825-B06E-7629D8ABFC94}" type="presOf" srcId="{7106FF76-B88E-4B98-8592-4A0A63D59A47}" destId="{90554BA6-DB1D-42A9-A1B1-BA8A15B70924}" srcOrd="0" destOrd="0" presId="urn:microsoft.com/office/officeart/2008/layout/LinedList"/>
    <dgm:cxn modelId="{45835BB0-954F-4E59-8455-E0C588E56FA0}" type="presOf" srcId="{6DE1C37A-8D26-490A-B83F-ED5697C77188}" destId="{4ECBDFDB-226E-4C84-A883-9BE74D7C5965}" srcOrd="0" destOrd="0" presId="urn:microsoft.com/office/officeart/2008/layout/LinedList"/>
    <dgm:cxn modelId="{8DE0C5C7-F96B-427C-9988-6FEA14EBA82C}" type="presOf" srcId="{D03EE841-B95C-42FB-A76E-F2DCC9D87F80}" destId="{E3CB9685-445C-4A2F-91E7-AC5AC8165869}" srcOrd="0" destOrd="0" presId="urn:microsoft.com/office/officeart/2008/layout/LinedList"/>
    <dgm:cxn modelId="{9EA767C9-28DA-4BDA-B9C0-570250D2CE2E}" type="presOf" srcId="{2AC01C24-06D0-4540-9449-225AA3FBCC8F}" destId="{68428A06-4C70-43CA-9B20-8C7CFDBEA005}" srcOrd="0" destOrd="0" presId="urn:microsoft.com/office/officeart/2008/layout/LinedList"/>
    <dgm:cxn modelId="{81A0CFCF-5275-42D0-9B2E-139197762449}" srcId="{D03EE841-B95C-42FB-A76E-F2DCC9D87F80}" destId="{B734E03A-15DC-418D-A442-B4321FFC0AF8}" srcOrd="5" destOrd="0" parTransId="{6CA4B494-0A0F-458E-96DE-A17DBD2CC9FE}" sibTransId="{CA91D6EF-0119-487A-9E5F-7809020CD7F9}"/>
    <dgm:cxn modelId="{BF374AE9-71E1-4B5D-B82B-B95C0D1A26A9}" srcId="{D03EE841-B95C-42FB-A76E-F2DCC9D87F80}" destId="{7106FF76-B88E-4B98-8592-4A0A63D59A47}" srcOrd="1" destOrd="0" parTransId="{6F8D8C29-5325-4D8F-8BC1-6CCB73C243F1}" sibTransId="{01FFA635-59F8-4717-8554-C029267BEBF9}"/>
    <dgm:cxn modelId="{37310BEC-77EA-4852-85A6-144CB0C5A678}" type="presOf" srcId="{B734E03A-15DC-418D-A442-B4321FFC0AF8}" destId="{0CF6528C-3975-4046-BCDD-9419CA928C37}" srcOrd="0" destOrd="0" presId="urn:microsoft.com/office/officeart/2008/layout/LinedList"/>
    <dgm:cxn modelId="{44B20AF9-57BB-4318-A157-6F5D193786C2}" type="presOf" srcId="{DE9AD6F8-ECEC-4D7A-B6F6-2A9F89FDD2EB}" destId="{52EAB7B2-B8AF-4CC9-819A-35FA41357737}" srcOrd="0" destOrd="0" presId="urn:microsoft.com/office/officeart/2008/layout/LinedList"/>
    <dgm:cxn modelId="{468C39FC-9C67-4218-828B-25B7F9CDDCF7}" srcId="{D03EE841-B95C-42FB-A76E-F2DCC9D87F80}" destId="{945489ED-A93D-4ABB-AFCE-170E0E154A36}" srcOrd="2" destOrd="0" parTransId="{CBA1219B-E435-46F8-8CBD-ED2BD84E57D6}" sibTransId="{46AF4AA2-64B3-413B-8E85-49D455F7B286}"/>
    <dgm:cxn modelId="{35D8453E-507C-43C0-9B4F-4E5D533E3E33}" type="presParOf" srcId="{E3CB9685-445C-4A2F-91E7-AC5AC8165869}" destId="{01526089-0FB0-4F48-801D-3BFB07095A78}" srcOrd="0" destOrd="0" presId="urn:microsoft.com/office/officeart/2008/layout/LinedList"/>
    <dgm:cxn modelId="{27E792C7-07DD-4FB7-844A-4222B1384043}" type="presParOf" srcId="{E3CB9685-445C-4A2F-91E7-AC5AC8165869}" destId="{58CA1F52-4F87-4957-AD47-286A8A262726}" srcOrd="1" destOrd="0" presId="urn:microsoft.com/office/officeart/2008/layout/LinedList"/>
    <dgm:cxn modelId="{274FDD20-9182-402C-91E0-9983FD7DC32D}" type="presParOf" srcId="{58CA1F52-4F87-4957-AD47-286A8A262726}" destId="{4ECBDFDB-226E-4C84-A883-9BE74D7C5965}" srcOrd="0" destOrd="0" presId="urn:microsoft.com/office/officeart/2008/layout/LinedList"/>
    <dgm:cxn modelId="{137FAF3B-E390-4B3A-ACC6-E55F09F7563E}" type="presParOf" srcId="{58CA1F52-4F87-4957-AD47-286A8A262726}" destId="{EB519EF5-E8A1-4015-930E-64024A075CDC}" srcOrd="1" destOrd="0" presId="urn:microsoft.com/office/officeart/2008/layout/LinedList"/>
    <dgm:cxn modelId="{0CEC2E75-2C99-4DCC-A2FB-0136C3E39004}" type="presParOf" srcId="{E3CB9685-445C-4A2F-91E7-AC5AC8165869}" destId="{72E5D7B1-1A5A-4518-8118-D0604BD61CDD}" srcOrd="2" destOrd="0" presId="urn:microsoft.com/office/officeart/2008/layout/LinedList"/>
    <dgm:cxn modelId="{EFEF421C-0BAF-456C-8E42-37F5B0A936D9}" type="presParOf" srcId="{E3CB9685-445C-4A2F-91E7-AC5AC8165869}" destId="{E57D6688-5267-444B-B55E-B42D87B1F141}" srcOrd="3" destOrd="0" presId="urn:microsoft.com/office/officeart/2008/layout/LinedList"/>
    <dgm:cxn modelId="{927E7A4C-1F06-46E1-A6DE-1243C6D46633}" type="presParOf" srcId="{E57D6688-5267-444B-B55E-B42D87B1F141}" destId="{90554BA6-DB1D-42A9-A1B1-BA8A15B70924}" srcOrd="0" destOrd="0" presId="urn:microsoft.com/office/officeart/2008/layout/LinedList"/>
    <dgm:cxn modelId="{74EB6850-D884-4ED9-9C81-A30C1C568769}" type="presParOf" srcId="{E57D6688-5267-444B-B55E-B42D87B1F141}" destId="{6021D2A1-0A09-44F9-966A-FF485E102ECB}" srcOrd="1" destOrd="0" presId="urn:microsoft.com/office/officeart/2008/layout/LinedList"/>
    <dgm:cxn modelId="{F7F0434C-F35E-49C1-8D9E-E6AAA7B335B7}" type="presParOf" srcId="{E3CB9685-445C-4A2F-91E7-AC5AC8165869}" destId="{89993F35-B629-4470-8366-728758399A11}" srcOrd="4" destOrd="0" presId="urn:microsoft.com/office/officeart/2008/layout/LinedList"/>
    <dgm:cxn modelId="{CF91247E-C0C2-4F2C-8960-E7936602591B}" type="presParOf" srcId="{E3CB9685-445C-4A2F-91E7-AC5AC8165869}" destId="{A87F12E4-AB31-4B7C-AD86-62D181A47177}" srcOrd="5" destOrd="0" presId="urn:microsoft.com/office/officeart/2008/layout/LinedList"/>
    <dgm:cxn modelId="{A4D20337-4F02-4BCA-A6D6-200BFD89662D}" type="presParOf" srcId="{A87F12E4-AB31-4B7C-AD86-62D181A47177}" destId="{31E24EC2-7F24-4047-A02D-37AE7471F84F}" srcOrd="0" destOrd="0" presId="urn:microsoft.com/office/officeart/2008/layout/LinedList"/>
    <dgm:cxn modelId="{1A7AE7C0-E021-46AB-A5C6-5910DE1EE1B9}" type="presParOf" srcId="{A87F12E4-AB31-4B7C-AD86-62D181A47177}" destId="{B806CA33-9B50-4689-BBB2-4E09D9FD08C8}" srcOrd="1" destOrd="0" presId="urn:microsoft.com/office/officeart/2008/layout/LinedList"/>
    <dgm:cxn modelId="{E232B603-7EA5-4205-951B-62D80A6A6EDB}" type="presParOf" srcId="{E3CB9685-445C-4A2F-91E7-AC5AC8165869}" destId="{5DBD0E49-D978-4D57-8F3D-E9038150FAE5}" srcOrd="6" destOrd="0" presId="urn:microsoft.com/office/officeart/2008/layout/LinedList"/>
    <dgm:cxn modelId="{FDC5E00A-9451-406D-95CC-1AD21DD5DC51}" type="presParOf" srcId="{E3CB9685-445C-4A2F-91E7-AC5AC8165869}" destId="{657284B1-197C-498F-B4FE-E6232EE38B8C}" srcOrd="7" destOrd="0" presId="urn:microsoft.com/office/officeart/2008/layout/LinedList"/>
    <dgm:cxn modelId="{32C8B127-933D-4DA6-A330-8EC24F4587D2}" type="presParOf" srcId="{657284B1-197C-498F-B4FE-E6232EE38B8C}" destId="{52EAB7B2-B8AF-4CC9-819A-35FA41357737}" srcOrd="0" destOrd="0" presId="urn:microsoft.com/office/officeart/2008/layout/LinedList"/>
    <dgm:cxn modelId="{C8059850-03A8-494B-A0DB-0238F7463D14}" type="presParOf" srcId="{657284B1-197C-498F-B4FE-E6232EE38B8C}" destId="{48611267-73F1-4046-93B4-C508AA306AAC}" srcOrd="1" destOrd="0" presId="urn:microsoft.com/office/officeart/2008/layout/LinedList"/>
    <dgm:cxn modelId="{D4548735-7EAF-431A-94B9-45A679D4E6CF}" type="presParOf" srcId="{E3CB9685-445C-4A2F-91E7-AC5AC8165869}" destId="{E91A7B8C-A2AF-4244-9A4D-3119308DA2C2}" srcOrd="8" destOrd="0" presId="urn:microsoft.com/office/officeart/2008/layout/LinedList"/>
    <dgm:cxn modelId="{A7E5FC4B-2B9B-4B62-926D-BBE5EBB861C0}" type="presParOf" srcId="{E3CB9685-445C-4A2F-91E7-AC5AC8165869}" destId="{C1A25F0E-263E-44E9-9261-B43AD0DDD5E0}" srcOrd="9" destOrd="0" presId="urn:microsoft.com/office/officeart/2008/layout/LinedList"/>
    <dgm:cxn modelId="{9848DC2B-2CCC-4120-AA5C-5875FCFDA083}" type="presParOf" srcId="{C1A25F0E-263E-44E9-9261-B43AD0DDD5E0}" destId="{68428A06-4C70-43CA-9B20-8C7CFDBEA005}" srcOrd="0" destOrd="0" presId="urn:microsoft.com/office/officeart/2008/layout/LinedList"/>
    <dgm:cxn modelId="{FB028D53-FBB8-4BCC-898A-5817023146AB}" type="presParOf" srcId="{C1A25F0E-263E-44E9-9261-B43AD0DDD5E0}" destId="{7CC4CCD3-4241-40F0-BECD-1FE1547D97AA}" srcOrd="1" destOrd="0" presId="urn:microsoft.com/office/officeart/2008/layout/LinedList"/>
    <dgm:cxn modelId="{27E79667-0370-429E-852A-2A9256F2A7E3}" type="presParOf" srcId="{E3CB9685-445C-4A2F-91E7-AC5AC8165869}" destId="{C6C6787F-6D9E-4073-BEBB-8B0953C5367C}" srcOrd="10" destOrd="0" presId="urn:microsoft.com/office/officeart/2008/layout/LinedList"/>
    <dgm:cxn modelId="{97DFC4E4-6672-4856-A27D-580633D2E8CB}" type="presParOf" srcId="{E3CB9685-445C-4A2F-91E7-AC5AC8165869}" destId="{D45E4413-44A8-46AD-811F-C533709FB09F}" srcOrd="11" destOrd="0" presId="urn:microsoft.com/office/officeart/2008/layout/LinedList"/>
    <dgm:cxn modelId="{DC15F789-55A3-4F3D-97EA-A09135ED353B}" type="presParOf" srcId="{D45E4413-44A8-46AD-811F-C533709FB09F}" destId="{0CF6528C-3975-4046-BCDD-9419CA928C37}" srcOrd="0" destOrd="0" presId="urn:microsoft.com/office/officeart/2008/layout/LinedList"/>
    <dgm:cxn modelId="{019C2E02-2993-4E9E-9A8A-DCC554B6554E}" type="presParOf" srcId="{D45E4413-44A8-46AD-811F-C533709FB09F}" destId="{BDA331AF-87A5-4E13-9495-B1B5F8DC7E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466C163-3022-44C0-8C13-B8F7630273F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17E1CD7-8DA2-457D-9BEF-9D2BC4FB96E1}">
      <dgm:prSet/>
      <dgm:spPr/>
      <dgm:t>
        <a:bodyPr/>
        <a:lstStyle/>
        <a:p>
          <a:r>
            <a:rPr lang="en-US" b="0" i="0" baseline="0"/>
            <a:t>The project solves a real-world problem</a:t>
          </a:r>
          <a:endParaRPr lang="en-US"/>
        </a:p>
      </dgm:t>
    </dgm:pt>
    <dgm:pt modelId="{0A6D1BF4-A7EB-4D1B-8550-9E73B3396729}" type="parTrans" cxnId="{4634E5C2-0865-4B0A-A5DA-182A3B4855C4}">
      <dgm:prSet/>
      <dgm:spPr/>
      <dgm:t>
        <a:bodyPr/>
        <a:lstStyle/>
        <a:p>
          <a:endParaRPr lang="en-US"/>
        </a:p>
      </dgm:t>
    </dgm:pt>
    <dgm:pt modelId="{6F1FDE72-7E4D-4DE4-B0AA-CA98FBEBA06E}" type="sibTrans" cxnId="{4634E5C2-0865-4B0A-A5DA-182A3B4855C4}">
      <dgm:prSet/>
      <dgm:spPr/>
      <dgm:t>
        <a:bodyPr/>
        <a:lstStyle/>
        <a:p>
          <a:endParaRPr lang="en-US"/>
        </a:p>
      </dgm:t>
    </dgm:pt>
    <dgm:pt modelId="{DE074B0B-85E6-4AB5-9202-A2D0B2A88075}">
      <dgm:prSet/>
      <dgm:spPr/>
      <dgm:t>
        <a:bodyPr/>
        <a:lstStyle/>
        <a:p>
          <a:r>
            <a:rPr lang="en-US" b="0" i="0" baseline="0"/>
            <a:t>Multi-modal approach improves performance</a:t>
          </a:r>
          <a:endParaRPr lang="en-US"/>
        </a:p>
      </dgm:t>
    </dgm:pt>
    <dgm:pt modelId="{B1AF4C9A-4F02-4700-81D7-9F3B4E10E387}" type="parTrans" cxnId="{5D378108-1A5A-4A49-93DC-0A71A88B7CBB}">
      <dgm:prSet/>
      <dgm:spPr/>
      <dgm:t>
        <a:bodyPr/>
        <a:lstStyle/>
        <a:p>
          <a:endParaRPr lang="en-US"/>
        </a:p>
      </dgm:t>
    </dgm:pt>
    <dgm:pt modelId="{33BC48D6-7D6E-479F-971E-D3E4329B3E18}" type="sibTrans" cxnId="{5D378108-1A5A-4A49-93DC-0A71A88B7CBB}">
      <dgm:prSet/>
      <dgm:spPr/>
      <dgm:t>
        <a:bodyPr/>
        <a:lstStyle/>
        <a:p>
          <a:endParaRPr lang="en-US"/>
        </a:p>
      </dgm:t>
    </dgm:pt>
    <dgm:pt modelId="{D66AE6D8-EF0C-4AF0-8F44-5ADA1A614C46}">
      <dgm:prSet/>
      <dgm:spPr/>
      <dgm:t>
        <a:bodyPr/>
        <a:lstStyle/>
        <a:p>
          <a:r>
            <a:rPr lang="en-US" b="0" i="0" baseline="0"/>
            <a:t>Provides a strong foundation for future AI systems</a:t>
          </a:r>
          <a:endParaRPr lang="en-US"/>
        </a:p>
      </dgm:t>
    </dgm:pt>
    <dgm:pt modelId="{502A0A8E-C7B4-450E-A42D-9A1A388CBB86}" type="parTrans" cxnId="{F6294B80-A84B-4786-9999-B34EB97AD4A1}">
      <dgm:prSet/>
      <dgm:spPr/>
      <dgm:t>
        <a:bodyPr/>
        <a:lstStyle/>
        <a:p>
          <a:endParaRPr lang="en-US"/>
        </a:p>
      </dgm:t>
    </dgm:pt>
    <dgm:pt modelId="{124091B9-818B-4073-B2E7-DEBD190E2A15}" type="sibTrans" cxnId="{F6294B80-A84B-4786-9999-B34EB97AD4A1}">
      <dgm:prSet/>
      <dgm:spPr/>
      <dgm:t>
        <a:bodyPr/>
        <a:lstStyle/>
        <a:p>
          <a:endParaRPr lang="en-US"/>
        </a:p>
      </dgm:t>
    </dgm:pt>
    <dgm:pt modelId="{A69E09DF-68D7-4665-B2C9-75151668D4E1}">
      <dgm:prSet/>
      <dgm:spPr/>
      <dgm:t>
        <a:bodyPr/>
        <a:lstStyle/>
        <a:p>
          <a:r>
            <a:rPr lang="en-US" b="1" i="0" baseline="0"/>
            <a:t>Thank You</a:t>
          </a:r>
          <a:endParaRPr lang="en-US"/>
        </a:p>
      </dgm:t>
    </dgm:pt>
    <dgm:pt modelId="{AADD5AFE-693C-4DF7-A855-683F9AE4E11F}" type="parTrans" cxnId="{93F6EF6B-D14D-4567-A5DB-129DAE259263}">
      <dgm:prSet/>
      <dgm:spPr/>
      <dgm:t>
        <a:bodyPr/>
        <a:lstStyle/>
        <a:p>
          <a:endParaRPr lang="en-US"/>
        </a:p>
      </dgm:t>
    </dgm:pt>
    <dgm:pt modelId="{617BA3D1-F424-4532-AC03-A3C3C2B9B326}" type="sibTrans" cxnId="{93F6EF6B-D14D-4567-A5DB-129DAE259263}">
      <dgm:prSet/>
      <dgm:spPr/>
      <dgm:t>
        <a:bodyPr/>
        <a:lstStyle/>
        <a:p>
          <a:endParaRPr lang="en-US"/>
        </a:p>
      </dgm:t>
    </dgm:pt>
    <dgm:pt modelId="{73DE0348-9083-418A-9DEC-BF319E070E89}" type="pres">
      <dgm:prSet presAssocID="{5466C163-3022-44C0-8C13-B8F7630273FF}" presName="vert0" presStyleCnt="0">
        <dgm:presLayoutVars>
          <dgm:dir/>
          <dgm:animOne val="branch"/>
          <dgm:animLvl val="lvl"/>
        </dgm:presLayoutVars>
      </dgm:prSet>
      <dgm:spPr/>
    </dgm:pt>
    <dgm:pt modelId="{C12FC3F0-06BF-401C-A888-4E7D21A8B925}" type="pres">
      <dgm:prSet presAssocID="{417E1CD7-8DA2-457D-9BEF-9D2BC4FB96E1}" presName="thickLine" presStyleLbl="alignNode1" presStyleIdx="0" presStyleCnt="4"/>
      <dgm:spPr/>
    </dgm:pt>
    <dgm:pt modelId="{A5D8CB43-1EC3-4DD2-B099-77C7554D763B}" type="pres">
      <dgm:prSet presAssocID="{417E1CD7-8DA2-457D-9BEF-9D2BC4FB96E1}" presName="horz1" presStyleCnt="0"/>
      <dgm:spPr/>
    </dgm:pt>
    <dgm:pt modelId="{16203D20-0200-4689-B792-34B5C537C607}" type="pres">
      <dgm:prSet presAssocID="{417E1CD7-8DA2-457D-9BEF-9D2BC4FB96E1}" presName="tx1" presStyleLbl="revTx" presStyleIdx="0" presStyleCnt="4"/>
      <dgm:spPr/>
    </dgm:pt>
    <dgm:pt modelId="{B9C4F7C0-75FE-4AF0-8161-1AAA4B029A79}" type="pres">
      <dgm:prSet presAssocID="{417E1CD7-8DA2-457D-9BEF-9D2BC4FB96E1}" presName="vert1" presStyleCnt="0"/>
      <dgm:spPr/>
    </dgm:pt>
    <dgm:pt modelId="{BC3E51DB-5C2D-416C-AF90-A18F45281577}" type="pres">
      <dgm:prSet presAssocID="{DE074B0B-85E6-4AB5-9202-A2D0B2A88075}" presName="thickLine" presStyleLbl="alignNode1" presStyleIdx="1" presStyleCnt="4"/>
      <dgm:spPr/>
    </dgm:pt>
    <dgm:pt modelId="{A9B119BF-E28A-42D4-B10B-0633D515B8F7}" type="pres">
      <dgm:prSet presAssocID="{DE074B0B-85E6-4AB5-9202-A2D0B2A88075}" presName="horz1" presStyleCnt="0"/>
      <dgm:spPr/>
    </dgm:pt>
    <dgm:pt modelId="{45A32B6E-66F5-4BD1-A60E-0918DCEDE4AA}" type="pres">
      <dgm:prSet presAssocID="{DE074B0B-85E6-4AB5-9202-A2D0B2A88075}" presName="tx1" presStyleLbl="revTx" presStyleIdx="1" presStyleCnt="4"/>
      <dgm:spPr/>
    </dgm:pt>
    <dgm:pt modelId="{C3A73A4E-28B4-4950-805E-07F3CC64551D}" type="pres">
      <dgm:prSet presAssocID="{DE074B0B-85E6-4AB5-9202-A2D0B2A88075}" presName="vert1" presStyleCnt="0"/>
      <dgm:spPr/>
    </dgm:pt>
    <dgm:pt modelId="{CEB7ABC5-8095-4DC0-9BFA-D139A4FCEF6C}" type="pres">
      <dgm:prSet presAssocID="{D66AE6D8-EF0C-4AF0-8F44-5ADA1A614C46}" presName="thickLine" presStyleLbl="alignNode1" presStyleIdx="2" presStyleCnt="4"/>
      <dgm:spPr/>
    </dgm:pt>
    <dgm:pt modelId="{BC19238A-5863-4CC0-8FB3-43792BD92429}" type="pres">
      <dgm:prSet presAssocID="{D66AE6D8-EF0C-4AF0-8F44-5ADA1A614C46}" presName="horz1" presStyleCnt="0"/>
      <dgm:spPr/>
    </dgm:pt>
    <dgm:pt modelId="{80FCC6B9-9BDD-40CE-B286-E254527CD16E}" type="pres">
      <dgm:prSet presAssocID="{D66AE6D8-EF0C-4AF0-8F44-5ADA1A614C46}" presName="tx1" presStyleLbl="revTx" presStyleIdx="2" presStyleCnt="4"/>
      <dgm:spPr/>
    </dgm:pt>
    <dgm:pt modelId="{51677799-F887-4AC8-A90A-E23477609242}" type="pres">
      <dgm:prSet presAssocID="{D66AE6D8-EF0C-4AF0-8F44-5ADA1A614C46}" presName="vert1" presStyleCnt="0"/>
      <dgm:spPr/>
    </dgm:pt>
    <dgm:pt modelId="{E58CE7DF-09F0-4738-8282-F33E0DCDA573}" type="pres">
      <dgm:prSet presAssocID="{A69E09DF-68D7-4665-B2C9-75151668D4E1}" presName="thickLine" presStyleLbl="alignNode1" presStyleIdx="3" presStyleCnt="4"/>
      <dgm:spPr/>
    </dgm:pt>
    <dgm:pt modelId="{0B487382-7EE2-42CA-A2AE-CF9CE5881651}" type="pres">
      <dgm:prSet presAssocID="{A69E09DF-68D7-4665-B2C9-75151668D4E1}" presName="horz1" presStyleCnt="0"/>
      <dgm:spPr/>
    </dgm:pt>
    <dgm:pt modelId="{FD912F16-4219-43BA-BF61-B99E4B0752CE}" type="pres">
      <dgm:prSet presAssocID="{A69E09DF-68D7-4665-B2C9-75151668D4E1}" presName="tx1" presStyleLbl="revTx" presStyleIdx="3" presStyleCnt="4"/>
      <dgm:spPr/>
    </dgm:pt>
    <dgm:pt modelId="{85DD7E6C-1CBD-4316-AF48-7DE947D926D3}" type="pres">
      <dgm:prSet presAssocID="{A69E09DF-68D7-4665-B2C9-75151668D4E1}" presName="vert1" presStyleCnt="0"/>
      <dgm:spPr/>
    </dgm:pt>
  </dgm:ptLst>
  <dgm:cxnLst>
    <dgm:cxn modelId="{5D378108-1A5A-4A49-93DC-0A71A88B7CBB}" srcId="{5466C163-3022-44C0-8C13-B8F7630273FF}" destId="{DE074B0B-85E6-4AB5-9202-A2D0B2A88075}" srcOrd="1" destOrd="0" parTransId="{B1AF4C9A-4F02-4700-81D7-9F3B4E10E387}" sibTransId="{33BC48D6-7D6E-479F-971E-D3E4329B3E18}"/>
    <dgm:cxn modelId="{FF967C18-4C03-48E5-ACCD-DF1FE7FE9CEE}" type="presOf" srcId="{417E1CD7-8DA2-457D-9BEF-9D2BC4FB96E1}" destId="{16203D20-0200-4689-B792-34B5C537C607}" srcOrd="0" destOrd="0" presId="urn:microsoft.com/office/officeart/2008/layout/LinedList"/>
    <dgm:cxn modelId="{0D44ED23-4E17-4328-AD9D-62861319E3E0}" type="presOf" srcId="{DE074B0B-85E6-4AB5-9202-A2D0B2A88075}" destId="{45A32B6E-66F5-4BD1-A60E-0918DCEDE4AA}" srcOrd="0" destOrd="0" presId="urn:microsoft.com/office/officeart/2008/layout/LinedList"/>
    <dgm:cxn modelId="{D21B0E5E-2EEB-4877-925F-CD037C39C350}" type="presOf" srcId="{5466C163-3022-44C0-8C13-B8F7630273FF}" destId="{73DE0348-9083-418A-9DEC-BF319E070E89}" srcOrd="0" destOrd="0" presId="urn:microsoft.com/office/officeart/2008/layout/LinedList"/>
    <dgm:cxn modelId="{93F6EF6B-D14D-4567-A5DB-129DAE259263}" srcId="{5466C163-3022-44C0-8C13-B8F7630273FF}" destId="{A69E09DF-68D7-4665-B2C9-75151668D4E1}" srcOrd="3" destOrd="0" parTransId="{AADD5AFE-693C-4DF7-A855-683F9AE4E11F}" sibTransId="{617BA3D1-F424-4532-AC03-A3C3C2B9B326}"/>
    <dgm:cxn modelId="{07AAED53-9911-4315-87FA-4FBA1B072155}" type="presOf" srcId="{A69E09DF-68D7-4665-B2C9-75151668D4E1}" destId="{FD912F16-4219-43BA-BF61-B99E4B0752CE}" srcOrd="0" destOrd="0" presId="urn:microsoft.com/office/officeart/2008/layout/LinedList"/>
    <dgm:cxn modelId="{7C44FF7B-A3FE-4166-8724-6C7B2A32EF03}" type="presOf" srcId="{D66AE6D8-EF0C-4AF0-8F44-5ADA1A614C46}" destId="{80FCC6B9-9BDD-40CE-B286-E254527CD16E}" srcOrd="0" destOrd="0" presId="urn:microsoft.com/office/officeart/2008/layout/LinedList"/>
    <dgm:cxn modelId="{F6294B80-A84B-4786-9999-B34EB97AD4A1}" srcId="{5466C163-3022-44C0-8C13-B8F7630273FF}" destId="{D66AE6D8-EF0C-4AF0-8F44-5ADA1A614C46}" srcOrd="2" destOrd="0" parTransId="{502A0A8E-C7B4-450E-A42D-9A1A388CBB86}" sibTransId="{124091B9-818B-4073-B2E7-DEBD190E2A15}"/>
    <dgm:cxn modelId="{4634E5C2-0865-4B0A-A5DA-182A3B4855C4}" srcId="{5466C163-3022-44C0-8C13-B8F7630273FF}" destId="{417E1CD7-8DA2-457D-9BEF-9D2BC4FB96E1}" srcOrd="0" destOrd="0" parTransId="{0A6D1BF4-A7EB-4D1B-8550-9E73B3396729}" sibTransId="{6F1FDE72-7E4D-4DE4-B0AA-CA98FBEBA06E}"/>
    <dgm:cxn modelId="{75818132-E4E0-4589-8898-9A1C0DA8C784}" type="presParOf" srcId="{73DE0348-9083-418A-9DEC-BF319E070E89}" destId="{C12FC3F0-06BF-401C-A888-4E7D21A8B925}" srcOrd="0" destOrd="0" presId="urn:microsoft.com/office/officeart/2008/layout/LinedList"/>
    <dgm:cxn modelId="{445F2A8A-0596-4BD6-81F9-3E067C3A8D9B}" type="presParOf" srcId="{73DE0348-9083-418A-9DEC-BF319E070E89}" destId="{A5D8CB43-1EC3-4DD2-B099-77C7554D763B}" srcOrd="1" destOrd="0" presId="urn:microsoft.com/office/officeart/2008/layout/LinedList"/>
    <dgm:cxn modelId="{A756D8CA-1CD0-48AB-A96F-818A97F6F475}" type="presParOf" srcId="{A5D8CB43-1EC3-4DD2-B099-77C7554D763B}" destId="{16203D20-0200-4689-B792-34B5C537C607}" srcOrd="0" destOrd="0" presId="urn:microsoft.com/office/officeart/2008/layout/LinedList"/>
    <dgm:cxn modelId="{F3F06C5C-BBB1-4D78-8A39-7A6DA78308CB}" type="presParOf" srcId="{A5D8CB43-1EC3-4DD2-B099-77C7554D763B}" destId="{B9C4F7C0-75FE-4AF0-8161-1AAA4B029A79}" srcOrd="1" destOrd="0" presId="urn:microsoft.com/office/officeart/2008/layout/LinedList"/>
    <dgm:cxn modelId="{1B07A36C-0DD5-4007-8DDE-D571C304DB64}" type="presParOf" srcId="{73DE0348-9083-418A-9DEC-BF319E070E89}" destId="{BC3E51DB-5C2D-416C-AF90-A18F45281577}" srcOrd="2" destOrd="0" presId="urn:microsoft.com/office/officeart/2008/layout/LinedList"/>
    <dgm:cxn modelId="{CD3F1583-8063-495E-A8CC-39A917AA80D3}" type="presParOf" srcId="{73DE0348-9083-418A-9DEC-BF319E070E89}" destId="{A9B119BF-E28A-42D4-B10B-0633D515B8F7}" srcOrd="3" destOrd="0" presId="urn:microsoft.com/office/officeart/2008/layout/LinedList"/>
    <dgm:cxn modelId="{2C573F5A-5B80-48D5-87B9-E08877924418}" type="presParOf" srcId="{A9B119BF-E28A-42D4-B10B-0633D515B8F7}" destId="{45A32B6E-66F5-4BD1-A60E-0918DCEDE4AA}" srcOrd="0" destOrd="0" presId="urn:microsoft.com/office/officeart/2008/layout/LinedList"/>
    <dgm:cxn modelId="{E7DD4530-3F63-4A74-9CA7-F69958288DD2}" type="presParOf" srcId="{A9B119BF-E28A-42D4-B10B-0633D515B8F7}" destId="{C3A73A4E-28B4-4950-805E-07F3CC64551D}" srcOrd="1" destOrd="0" presId="urn:microsoft.com/office/officeart/2008/layout/LinedList"/>
    <dgm:cxn modelId="{4BCB2798-C66C-4520-B60F-E48DFFC911C0}" type="presParOf" srcId="{73DE0348-9083-418A-9DEC-BF319E070E89}" destId="{CEB7ABC5-8095-4DC0-9BFA-D139A4FCEF6C}" srcOrd="4" destOrd="0" presId="urn:microsoft.com/office/officeart/2008/layout/LinedList"/>
    <dgm:cxn modelId="{18A7EA3A-E1FE-4716-B35E-1F7CBF0415E0}" type="presParOf" srcId="{73DE0348-9083-418A-9DEC-BF319E070E89}" destId="{BC19238A-5863-4CC0-8FB3-43792BD92429}" srcOrd="5" destOrd="0" presId="urn:microsoft.com/office/officeart/2008/layout/LinedList"/>
    <dgm:cxn modelId="{4ED17E2A-BEE7-406E-BE41-E85FC3DB2174}" type="presParOf" srcId="{BC19238A-5863-4CC0-8FB3-43792BD92429}" destId="{80FCC6B9-9BDD-40CE-B286-E254527CD16E}" srcOrd="0" destOrd="0" presId="urn:microsoft.com/office/officeart/2008/layout/LinedList"/>
    <dgm:cxn modelId="{E5B092EA-D164-4006-839D-8CAAF76E8D3B}" type="presParOf" srcId="{BC19238A-5863-4CC0-8FB3-43792BD92429}" destId="{51677799-F887-4AC8-A90A-E23477609242}" srcOrd="1" destOrd="0" presId="urn:microsoft.com/office/officeart/2008/layout/LinedList"/>
    <dgm:cxn modelId="{7268F3CB-5A7D-4394-9E1E-F5A851B3072D}" type="presParOf" srcId="{73DE0348-9083-418A-9DEC-BF319E070E89}" destId="{E58CE7DF-09F0-4738-8282-F33E0DCDA573}" srcOrd="6" destOrd="0" presId="urn:microsoft.com/office/officeart/2008/layout/LinedList"/>
    <dgm:cxn modelId="{699F8949-777B-4B02-BAB7-41DCCBD54D0E}" type="presParOf" srcId="{73DE0348-9083-418A-9DEC-BF319E070E89}" destId="{0B487382-7EE2-42CA-A2AE-CF9CE5881651}" srcOrd="7" destOrd="0" presId="urn:microsoft.com/office/officeart/2008/layout/LinedList"/>
    <dgm:cxn modelId="{EDF5745A-46E3-459B-A903-26E2FBA96E83}" type="presParOf" srcId="{0B487382-7EE2-42CA-A2AE-CF9CE5881651}" destId="{FD912F16-4219-43BA-BF61-B99E4B0752CE}" srcOrd="0" destOrd="0" presId="urn:microsoft.com/office/officeart/2008/layout/LinedList"/>
    <dgm:cxn modelId="{321DCD1E-4725-4AD6-84E1-0FA37FF3DB0C}" type="presParOf" srcId="{0B487382-7EE2-42CA-A2AE-CF9CE5881651}" destId="{85DD7E6C-1CBD-4316-AF48-7DE947D926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4F00B-2CA7-40B1-8B57-A86DA30DAA62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33EE3-060C-49AF-A850-6EC4504AA0AC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 today’s digital world, </a:t>
          </a:r>
          <a:r>
            <a:rPr lang="en-US" sz="1700" b="1" i="0" kern="1200" baseline="0"/>
            <a:t>mental health and emotions</a:t>
          </a:r>
          <a:r>
            <a:rPr lang="en-US" sz="1700" b="0" i="0" kern="1200" baseline="0"/>
            <a:t> are very important</a:t>
          </a:r>
          <a:endParaRPr lang="en-US" sz="1700" kern="1200"/>
        </a:p>
      </dsp:txBody>
      <dsp:txXfrm>
        <a:off x="59990" y="2654049"/>
        <a:ext cx="3226223" cy="720000"/>
      </dsp:txXfrm>
    </dsp:sp>
    <dsp:sp modelId="{33AD3CAC-6871-4F90-9447-E08FB515B9DF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802E0-0A14-48A0-9BE2-3C58A55F54C9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Stress, anxiety, and depression are increasing</a:t>
          </a:r>
          <a:endParaRPr lang="en-US" sz="1700" kern="1200"/>
        </a:p>
      </dsp:txBody>
      <dsp:txXfrm>
        <a:off x="3850802" y="2654049"/>
        <a:ext cx="3226223" cy="720000"/>
      </dsp:txXfrm>
    </dsp:sp>
    <dsp:sp modelId="{737C92DE-D406-436F-9E9C-B21B538C853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7FE62-6F6F-4D6A-82C9-44E5C85730AE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Human emotions directly affect </a:t>
          </a:r>
          <a:r>
            <a:rPr lang="en-US" sz="1700" b="1" i="0" kern="1200" baseline="0"/>
            <a:t>behavior, decision-making, and performance</a:t>
          </a:r>
          <a:endParaRPr lang="en-US" sz="1700" kern="1200"/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9D813-D150-452A-B112-BF2E8C35B19C}">
      <dsp:nvSpPr>
        <dsp:cNvPr id="0" name=""/>
        <dsp:cNvSpPr/>
      </dsp:nvSpPr>
      <dsp:spPr>
        <a:xfrm>
          <a:off x="0" y="477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3C73F-B7CE-4F8F-B471-0EA5C440266A}">
      <dsp:nvSpPr>
        <dsp:cNvPr id="0" name=""/>
        <dsp:cNvSpPr/>
      </dsp:nvSpPr>
      <dsp:spPr>
        <a:xfrm>
          <a:off x="198881" y="148405"/>
          <a:ext cx="361601" cy="361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8C597-E355-459D-8BB0-99D148B69AFE}">
      <dsp:nvSpPr>
        <dsp:cNvPr id="0" name=""/>
        <dsp:cNvSpPr/>
      </dsp:nvSpPr>
      <dsp:spPr>
        <a:xfrm>
          <a:off x="759363" y="477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Human express emotions through:</a:t>
          </a:r>
          <a:endParaRPr lang="en-US" sz="1600" kern="1200" dirty="0"/>
        </a:p>
      </dsp:txBody>
      <dsp:txXfrm>
        <a:off x="759363" y="477"/>
        <a:ext cx="5485901" cy="657457"/>
      </dsp:txXfrm>
    </dsp:sp>
    <dsp:sp modelId="{26806CBA-0031-42B2-9857-B8850A34CD54}">
      <dsp:nvSpPr>
        <dsp:cNvPr id="0" name=""/>
        <dsp:cNvSpPr/>
      </dsp:nvSpPr>
      <dsp:spPr>
        <a:xfrm>
          <a:off x="0" y="822299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1C1DE-53BD-45E4-8776-85B246C7CCB0}">
      <dsp:nvSpPr>
        <dsp:cNvPr id="0" name=""/>
        <dsp:cNvSpPr/>
      </dsp:nvSpPr>
      <dsp:spPr>
        <a:xfrm>
          <a:off x="198881" y="970227"/>
          <a:ext cx="361601" cy="361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DD78E-95F6-4640-8AEA-6A4EBDFD67A3}">
      <dsp:nvSpPr>
        <dsp:cNvPr id="0" name=""/>
        <dsp:cNvSpPr/>
      </dsp:nvSpPr>
      <dsp:spPr>
        <a:xfrm>
          <a:off x="759363" y="822299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Facial expressions</a:t>
          </a:r>
          <a:endParaRPr lang="en-US" sz="1600" kern="1200"/>
        </a:p>
      </dsp:txBody>
      <dsp:txXfrm>
        <a:off x="759363" y="822299"/>
        <a:ext cx="5485901" cy="657457"/>
      </dsp:txXfrm>
    </dsp:sp>
    <dsp:sp modelId="{C55C54D8-364F-48A8-95E0-E0CAE4C29402}">
      <dsp:nvSpPr>
        <dsp:cNvPr id="0" name=""/>
        <dsp:cNvSpPr/>
      </dsp:nvSpPr>
      <dsp:spPr>
        <a:xfrm>
          <a:off x="0" y="1644122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1D90A-F279-4063-B31F-2385FA96D6A2}">
      <dsp:nvSpPr>
        <dsp:cNvPr id="0" name=""/>
        <dsp:cNvSpPr/>
      </dsp:nvSpPr>
      <dsp:spPr>
        <a:xfrm>
          <a:off x="198881" y="1792050"/>
          <a:ext cx="361601" cy="361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8BE3D-6AB6-41BE-A753-38BB6DE57457}">
      <dsp:nvSpPr>
        <dsp:cNvPr id="0" name=""/>
        <dsp:cNvSpPr/>
      </dsp:nvSpPr>
      <dsp:spPr>
        <a:xfrm>
          <a:off x="759363" y="1644122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Voice tone</a:t>
          </a:r>
          <a:endParaRPr lang="en-US" sz="1600" kern="1200"/>
        </a:p>
      </dsp:txBody>
      <dsp:txXfrm>
        <a:off x="759363" y="1644122"/>
        <a:ext cx="5485901" cy="657457"/>
      </dsp:txXfrm>
    </dsp:sp>
    <dsp:sp modelId="{D71DBEC3-310B-4421-8983-343B69D2CE9E}">
      <dsp:nvSpPr>
        <dsp:cNvPr id="0" name=""/>
        <dsp:cNvSpPr/>
      </dsp:nvSpPr>
      <dsp:spPr>
        <a:xfrm>
          <a:off x="0" y="2465944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B6905-7E38-43A7-BC1C-B68943B49D97}">
      <dsp:nvSpPr>
        <dsp:cNvPr id="0" name=""/>
        <dsp:cNvSpPr/>
      </dsp:nvSpPr>
      <dsp:spPr>
        <a:xfrm>
          <a:off x="198881" y="2613872"/>
          <a:ext cx="361601" cy="3616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E42D9-9833-4410-9258-0FFD8CD3A39A}">
      <dsp:nvSpPr>
        <dsp:cNvPr id="0" name=""/>
        <dsp:cNvSpPr/>
      </dsp:nvSpPr>
      <dsp:spPr>
        <a:xfrm>
          <a:off x="759363" y="2465944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Traditional emotion analysis methods:</a:t>
          </a:r>
          <a:endParaRPr lang="en-US" sz="1600" kern="1200"/>
        </a:p>
      </dsp:txBody>
      <dsp:txXfrm>
        <a:off x="759363" y="2465944"/>
        <a:ext cx="5485901" cy="657457"/>
      </dsp:txXfrm>
    </dsp:sp>
    <dsp:sp modelId="{FFFB2EF9-5B37-44A3-BB03-F6579EFDA3AB}">
      <dsp:nvSpPr>
        <dsp:cNvPr id="0" name=""/>
        <dsp:cNvSpPr/>
      </dsp:nvSpPr>
      <dsp:spPr>
        <a:xfrm>
          <a:off x="0" y="3287766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6A6CE-8CD0-4ACB-898A-37261F34B889}">
      <dsp:nvSpPr>
        <dsp:cNvPr id="0" name=""/>
        <dsp:cNvSpPr/>
      </dsp:nvSpPr>
      <dsp:spPr>
        <a:xfrm>
          <a:off x="198881" y="3435694"/>
          <a:ext cx="361601" cy="36160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6B23E-86BE-4DF2-974A-09C991A252AB}">
      <dsp:nvSpPr>
        <dsp:cNvPr id="0" name=""/>
        <dsp:cNvSpPr/>
      </dsp:nvSpPr>
      <dsp:spPr>
        <a:xfrm>
          <a:off x="759363" y="3287766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Questionnaires</a:t>
          </a:r>
          <a:endParaRPr lang="en-US" sz="1600" b="1" kern="1200" dirty="0"/>
        </a:p>
      </dsp:txBody>
      <dsp:txXfrm>
        <a:off x="759363" y="3287766"/>
        <a:ext cx="5485901" cy="657457"/>
      </dsp:txXfrm>
    </dsp:sp>
    <dsp:sp modelId="{12D7DDB7-C175-459B-9F47-66DC196222AD}">
      <dsp:nvSpPr>
        <dsp:cNvPr id="0" name=""/>
        <dsp:cNvSpPr/>
      </dsp:nvSpPr>
      <dsp:spPr>
        <a:xfrm>
          <a:off x="0" y="4109589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CD63F-961F-43BE-B2AE-90C3235E79C6}">
      <dsp:nvSpPr>
        <dsp:cNvPr id="0" name=""/>
        <dsp:cNvSpPr/>
      </dsp:nvSpPr>
      <dsp:spPr>
        <a:xfrm>
          <a:off x="198881" y="4257517"/>
          <a:ext cx="361601" cy="36160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C7127-EEAC-4846-9AF7-C4B4E56A8596}">
      <dsp:nvSpPr>
        <dsp:cNvPr id="0" name=""/>
        <dsp:cNvSpPr/>
      </dsp:nvSpPr>
      <dsp:spPr>
        <a:xfrm>
          <a:off x="759363" y="4109589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Interviews</a:t>
          </a:r>
          <a:endParaRPr lang="en-US" sz="1600" b="1" kern="1200" dirty="0"/>
        </a:p>
      </dsp:txBody>
      <dsp:txXfrm>
        <a:off x="759363" y="4109589"/>
        <a:ext cx="5485901" cy="657457"/>
      </dsp:txXfrm>
    </dsp:sp>
    <dsp:sp modelId="{DAFCDB0F-25B8-4D2C-B88F-77088964F220}">
      <dsp:nvSpPr>
        <dsp:cNvPr id="0" name=""/>
        <dsp:cNvSpPr/>
      </dsp:nvSpPr>
      <dsp:spPr>
        <a:xfrm>
          <a:off x="0" y="4931411"/>
          <a:ext cx="6245265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0D991-715F-4742-ADCC-2A9987A5F496}">
      <dsp:nvSpPr>
        <dsp:cNvPr id="0" name=""/>
        <dsp:cNvSpPr/>
      </dsp:nvSpPr>
      <dsp:spPr>
        <a:xfrm>
          <a:off x="198881" y="5079339"/>
          <a:ext cx="361601" cy="36160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B2966-3296-49C4-AA5D-D0FB3137B311}">
      <dsp:nvSpPr>
        <dsp:cNvPr id="0" name=""/>
        <dsp:cNvSpPr/>
      </dsp:nvSpPr>
      <dsp:spPr>
        <a:xfrm>
          <a:off x="759363" y="4931411"/>
          <a:ext cx="5485901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These methods are </a:t>
          </a:r>
          <a:r>
            <a:rPr lang="en-US" sz="1600" b="1" i="0" kern="1200" baseline="0" dirty="0"/>
            <a:t>slow, subjective, and not real-time</a:t>
          </a:r>
          <a:endParaRPr lang="en-US" sz="1600" kern="1200" dirty="0"/>
        </a:p>
      </dsp:txBody>
      <dsp:txXfrm>
        <a:off x="759363" y="4931411"/>
        <a:ext cx="5485901" cy="6574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C0105-C8CB-46BD-9F7B-D20C5D29A607}">
      <dsp:nvSpPr>
        <dsp:cNvPr id="0" name=""/>
        <dsp:cNvSpPr/>
      </dsp:nvSpPr>
      <dsp:spPr>
        <a:xfrm>
          <a:off x="0" y="14432"/>
          <a:ext cx="10927829" cy="5405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Most existing emotion recognition systems use </a:t>
          </a:r>
          <a:r>
            <a:rPr lang="en-US" sz="2200" b="1" i="0" kern="1200" baseline="0"/>
            <a:t>only one modality</a:t>
          </a:r>
          <a:endParaRPr lang="en-US" sz="2200" kern="1200"/>
        </a:p>
      </dsp:txBody>
      <dsp:txXfrm>
        <a:off x="26387" y="40819"/>
        <a:ext cx="10875055" cy="487766"/>
      </dsp:txXfrm>
    </dsp:sp>
    <dsp:sp modelId="{A06B545A-1371-4EA9-8E83-6A5487B46FA4}">
      <dsp:nvSpPr>
        <dsp:cNvPr id="0" name=""/>
        <dsp:cNvSpPr/>
      </dsp:nvSpPr>
      <dsp:spPr>
        <a:xfrm>
          <a:off x="0" y="618332"/>
          <a:ext cx="10927829" cy="540540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Face only</a:t>
          </a:r>
          <a:endParaRPr lang="en-US" sz="2200" kern="1200"/>
        </a:p>
      </dsp:txBody>
      <dsp:txXfrm>
        <a:off x="26387" y="644719"/>
        <a:ext cx="10875055" cy="487766"/>
      </dsp:txXfrm>
    </dsp:sp>
    <dsp:sp modelId="{F664390E-2B38-4555-9AD1-EE53A0EDD907}">
      <dsp:nvSpPr>
        <dsp:cNvPr id="0" name=""/>
        <dsp:cNvSpPr/>
      </dsp:nvSpPr>
      <dsp:spPr>
        <a:xfrm>
          <a:off x="0" y="1222232"/>
          <a:ext cx="10927829" cy="5405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Voice only</a:t>
          </a:r>
          <a:endParaRPr lang="en-US" sz="2200" kern="1200"/>
        </a:p>
      </dsp:txBody>
      <dsp:txXfrm>
        <a:off x="26387" y="1248619"/>
        <a:ext cx="10875055" cy="487766"/>
      </dsp:txXfrm>
    </dsp:sp>
    <dsp:sp modelId="{BE50CCA2-D4E2-4A97-BDDA-A50C3159B7E5}">
      <dsp:nvSpPr>
        <dsp:cNvPr id="0" name=""/>
        <dsp:cNvSpPr/>
      </dsp:nvSpPr>
      <dsp:spPr>
        <a:xfrm>
          <a:off x="0" y="1826132"/>
          <a:ext cx="10927829" cy="5405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Single-modal systems:</a:t>
          </a:r>
          <a:endParaRPr lang="en-US" sz="2200" kern="1200"/>
        </a:p>
      </dsp:txBody>
      <dsp:txXfrm>
        <a:off x="26387" y="1852519"/>
        <a:ext cx="10875055" cy="487766"/>
      </dsp:txXfrm>
    </dsp:sp>
    <dsp:sp modelId="{24B182FA-1E98-4379-8890-DCBEA5F5B984}">
      <dsp:nvSpPr>
        <dsp:cNvPr id="0" name=""/>
        <dsp:cNvSpPr/>
      </dsp:nvSpPr>
      <dsp:spPr>
        <a:xfrm>
          <a:off x="0" y="2430032"/>
          <a:ext cx="10927829" cy="5405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Low accuracy</a:t>
          </a:r>
          <a:endParaRPr lang="en-US" sz="2200" kern="1200"/>
        </a:p>
      </dsp:txBody>
      <dsp:txXfrm>
        <a:off x="26387" y="2456419"/>
        <a:ext cx="10875055" cy="487766"/>
      </dsp:txXfrm>
    </dsp:sp>
    <dsp:sp modelId="{9561B40D-BD78-447C-8376-0BAF31FB2BFD}">
      <dsp:nvSpPr>
        <dsp:cNvPr id="0" name=""/>
        <dsp:cNvSpPr/>
      </dsp:nvSpPr>
      <dsp:spPr>
        <a:xfrm>
          <a:off x="0" y="3033932"/>
          <a:ext cx="10927829" cy="540540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Poor performance in real-world conditions</a:t>
          </a:r>
          <a:endParaRPr lang="en-US" sz="2200" kern="1200"/>
        </a:p>
      </dsp:txBody>
      <dsp:txXfrm>
        <a:off x="26387" y="3060319"/>
        <a:ext cx="10875055" cy="487766"/>
      </dsp:txXfrm>
    </dsp:sp>
    <dsp:sp modelId="{37F9F27A-1287-4515-8473-832D185B7F2D}">
      <dsp:nvSpPr>
        <dsp:cNvPr id="0" name=""/>
        <dsp:cNvSpPr/>
      </dsp:nvSpPr>
      <dsp:spPr>
        <a:xfrm>
          <a:off x="0" y="3637832"/>
          <a:ext cx="10927829" cy="5405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There is a need for an </a:t>
          </a:r>
          <a:r>
            <a:rPr lang="en-US" sz="2200" b="1" i="0" kern="1200" baseline="0"/>
            <a:t>accurate, real-time, and reliable system</a:t>
          </a:r>
          <a:endParaRPr lang="en-US" sz="2200" kern="1200"/>
        </a:p>
      </dsp:txBody>
      <dsp:txXfrm>
        <a:off x="26387" y="3664219"/>
        <a:ext cx="10875055" cy="487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3F93C-DEC1-4973-9427-BC525860A640}">
      <dsp:nvSpPr>
        <dsp:cNvPr id="0" name=""/>
        <dsp:cNvSpPr/>
      </dsp:nvSpPr>
      <dsp:spPr>
        <a:xfrm>
          <a:off x="1250929" y="757"/>
          <a:ext cx="1011146" cy="10111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9EACA-610A-4D2D-BBF7-7CEAB3E584E2}">
      <dsp:nvSpPr>
        <dsp:cNvPr id="0" name=""/>
        <dsp:cNvSpPr/>
      </dsp:nvSpPr>
      <dsp:spPr>
        <a:xfrm>
          <a:off x="1466420" y="216247"/>
          <a:ext cx="580166" cy="5801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11B66-C400-4C12-932A-64CCC6E45F81}">
      <dsp:nvSpPr>
        <dsp:cNvPr id="0" name=""/>
        <dsp:cNvSpPr/>
      </dsp:nvSpPr>
      <dsp:spPr>
        <a:xfrm>
          <a:off x="927694" y="1326850"/>
          <a:ext cx="1657617" cy="66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We propose a </a:t>
          </a:r>
          <a:r>
            <a:rPr lang="en-US" sz="1200" b="1" i="0" kern="1200" baseline="0"/>
            <a:t>Multi-Modal Emotion Recognition System</a:t>
          </a:r>
          <a:endParaRPr lang="en-US" sz="1200" kern="1200"/>
        </a:p>
      </dsp:txBody>
      <dsp:txXfrm>
        <a:off x="927694" y="1326850"/>
        <a:ext cx="1657617" cy="663046"/>
      </dsp:txXfrm>
    </dsp:sp>
    <dsp:sp modelId="{372A3C4D-8363-4F8E-90FE-CF3A6FA89DDD}">
      <dsp:nvSpPr>
        <dsp:cNvPr id="0" name=""/>
        <dsp:cNvSpPr/>
      </dsp:nvSpPr>
      <dsp:spPr>
        <a:xfrm>
          <a:off x="3198630" y="757"/>
          <a:ext cx="1011146" cy="10111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66D1B-119D-4A83-A083-B0BA7FA8E801}">
      <dsp:nvSpPr>
        <dsp:cNvPr id="0" name=""/>
        <dsp:cNvSpPr/>
      </dsp:nvSpPr>
      <dsp:spPr>
        <a:xfrm>
          <a:off x="3414120" y="216247"/>
          <a:ext cx="580166" cy="5801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A03F4-1CF5-4A08-B0EF-F39568833016}">
      <dsp:nvSpPr>
        <dsp:cNvPr id="0" name=""/>
        <dsp:cNvSpPr/>
      </dsp:nvSpPr>
      <dsp:spPr>
        <a:xfrm>
          <a:off x="2875394" y="1326850"/>
          <a:ext cx="1657617" cy="66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The system detects emotions using:</a:t>
          </a:r>
          <a:endParaRPr lang="en-US" sz="1200" kern="1200"/>
        </a:p>
      </dsp:txBody>
      <dsp:txXfrm>
        <a:off x="2875394" y="1326850"/>
        <a:ext cx="1657617" cy="663046"/>
      </dsp:txXfrm>
    </dsp:sp>
    <dsp:sp modelId="{361CB4EE-D49A-44D4-8340-7C0AD9872643}">
      <dsp:nvSpPr>
        <dsp:cNvPr id="0" name=""/>
        <dsp:cNvSpPr/>
      </dsp:nvSpPr>
      <dsp:spPr>
        <a:xfrm>
          <a:off x="5146330" y="757"/>
          <a:ext cx="1011146" cy="10111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ED8AA-DFB7-4E2E-BF7D-2A2D8B7A30AC}">
      <dsp:nvSpPr>
        <dsp:cNvPr id="0" name=""/>
        <dsp:cNvSpPr/>
      </dsp:nvSpPr>
      <dsp:spPr>
        <a:xfrm>
          <a:off x="5361820" y="216247"/>
          <a:ext cx="580166" cy="5801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2D505-2127-4B62-883B-5888D273EFAE}">
      <dsp:nvSpPr>
        <dsp:cNvPr id="0" name=""/>
        <dsp:cNvSpPr/>
      </dsp:nvSpPr>
      <dsp:spPr>
        <a:xfrm>
          <a:off x="4823095" y="1326850"/>
          <a:ext cx="1657617" cy="66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Facial expressions</a:t>
          </a:r>
          <a:endParaRPr lang="en-US" sz="1200" kern="1200"/>
        </a:p>
      </dsp:txBody>
      <dsp:txXfrm>
        <a:off x="4823095" y="1326850"/>
        <a:ext cx="1657617" cy="663046"/>
      </dsp:txXfrm>
    </dsp:sp>
    <dsp:sp modelId="{7ACB4E9E-3ABA-4D47-B038-736529D657A5}">
      <dsp:nvSpPr>
        <dsp:cNvPr id="0" name=""/>
        <dsp:cNvSpPr/>
      </dsp:nvSpPr>
      <dsp:spPr>
        <a:xfrm>
          <a:off x="7094030" y="757"/>
          <a:ext cx="1011146" cy="10111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2EC6D-10F9-437D-9E23-39E22E86BF33}">
      <dsp:nvSpPr>
        <dsp:cNvPr id="0" name=""/>
        <dsp:cNvSpPr/>
      </dsp:nvSpPr>
      <dsp:spPr>
        <a:xfrm>
          <a:off x="7309520" y="216247"/>
          <a:ext cx="580166" cy="5801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4CE23-5976-4653-A716-1339A5DA3C5F}">
      <dsp:nvSpPr>
        <dsp:cNvPr id="0" name=""/>
        <dsp:cNvSpPr/>
      </dsp:nvSpPr>
      <dsp:spPr>
        <a:xfrm>
          <a:off x="6770795" y="1326850"/>
          <a:ext cx="1657617" cy="66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Speech / voice tone</a:t>
          </a:r>
          <a:endParaRPr lang="en-US" sz="1200" kern="1200"/>
        </a:p>
      </dsp:txBody>
      <dsp:txXfrm>
        <a:off x="6770795" y="1326850"/>
        <a:ext cx="1657617" cy="663046"/>
      </dsp:txXfrm>
    </dsp:sp>
    <dsp:sp modelId="{79ADA15F-D1E8-4C4B-94D4-01075D702555}">
      <dsp:nvSpPr>
        <dsp:cNvPr id="0" name=""/>
        <dsp:cNvSpPr/>
      </dsp:nvSpPr>
      <dsp:spPr>
        <a:xfrm>
          <a:off x="4172480" y="2404302"/>
          <a:ext cx="1011146" cy="10111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126FF-0949-4C16-BF1A-362F7991BBBD}">
      <dsp:nvSpPr>
        <dsp:cNvPr id="0" name=""/>
        <dsp:cNvSpPr/>
      </dsp:nvSpPr>
      <dsp:spPr>
        <a:xfrm>
          <a:off x="4387970" y="2619792"/>
          <a:ext cx="580166" cy="5801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58910-AD8C-44DF-BB30-CE22D5230D10}">
      <dsp:nvSpPr>
        <dsp:cNvPr id="0" name=""/>
        <dsp:cNvSpPr/>
      </dsp:nvSpPr>
      <dsp:spPr>
        <a:xfrm>
          <a:off x="3849244" y="3730395"/>
          <a:ext cx="1657617" cy="66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Uses </a:t>
          </a:r>
          <a:r>
            <a:rPr lang="en-US" sz="1200" b="1" i="0" kern="1200" baseline="0"/>
            <a:t>Artificial Intelligence and Deep Learning</a:t>
          </a:r>
          <a:endParaRPr lang="en-US" sz="1200" kern="1200"/>
        </a:p>
      </dsp:txBody>
      <dsp:txXfrm>
        <a:off x="3849244" y="3730395"/>
        <a:ext cx="1657617" cy="6630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9221C3-ED51-48C9-A06F-64A8A246A42F}">
      <dsp:nvSpPr>
        <dsp:cNvPr id="0" name=""/>
        <dsp:cNvSpPr/>
      </dsp:nvSpPr>
      <dsp:spPr>
        <a:xfrm>
          <a:off x="1165858" y="1978"/>
          <a:ext cx="2195121" cy="13170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Facial emotion recognition issues:</a:t>
          </a:r>
          <a:endParaRPr lang="en-US" sz="2000" kern="1200"/>
        </a:p>
      </dsp:txBody>
      <dsp:txXfrm>
        <a:off x="1165858" y="1978"/>
        <a:ext cx="2195121" cy="1317073"/>
      </dsp:txXfrm>
    </dsp:sp>
    <dsp:sp modelId="{F26C8741-12EF-4CFB-9027-BEBB4AFE79E3}">
      <dsp:nvSpPr>
        <dsp:cNvPr id="0" name=""/>
        <dsp:cNvSpPr/>
      </dsp:nvSpPr>
      <dsp:spPr>
        <a:xfrm>
          <a:off x="3580492" y="1978"/>
          <a:ext cx="2195121" cy="1317073"/>
        </a:xfrm>
        <a:prstGeom prst="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Lighting problems</a:t>
          </a:r>
          <a:endParaRPr lang="en-US" sz="2000" kern="1200"/>
        </a:p>
      </dsp:txBody>
      <dsp:txXfrm>
        <a:off x="3580492" y="1978"/>
        <a:ext cx="2195121" cy="1317073"/>
      </dsp:txXfrm>
    </dsp:sp>
    <dsp:sp modelId="{49558CCA-CF54-487E-917C-AF0AFADFF8D9}">
      <dsp:nvSpPr>
        <dsp:cNvPr id="0" name=""/>
        <dsp:cNvSpPr/>
      </dsp:nvSpPr>
      <dsp:spPr>
        <a:xfrm>
          <a:off x="5995126" y="1978"/>
          <a:ext cx="2195121" cy="1317073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Face angle and occlusion</a:t>
          </a:r>
          <a:endParaRPr lang="en-US" sz="2000" kern="1200"/>
        </a:p>
      </dsp:txBody>
      <dsp:txXfrm>
        <a:off x="5995126" y="1978"/>
        <a:ext cx="2195121" cy="1317073"/>
      </dsp:txXfrm>
    </dsp:sp>
    <dsp:sp modelId="{07D4B2D0-25C7-4332-B6D2-2922DC61820A}">
      <dsp:nvSpPr>
        <dsp:cNvPr id="0" name=""/>
        <dsp:cNvSpPr/>
      </dsp:nvSpPr>
      <dsp:spPr>
        <a:xfrm>
          <a:off x="1165858" y="1538563"/>
          <a:ext cx="2195121" cy="1317073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Speech emotion recognition issues:</a:t>
          </a:r>
          <a:endParaRPr lang="en-US" sz="2000" kern="1200"/>
        </a:p>
      </dsp:txBody>
      <dsp:txXfrm>
        <a:off x="1165858" y="1538563"/>
        <a:ext cx="2195121" cy="1317073"/>
      </dsp:txXfrm>
    </dsp:sp>
    <dsp:sp modelId="{C1E4D84D-B66E-4F80-A1A0-CAE751CE97E7}">
      <dsp:nvSpPr>
        <dsp:cNvPr id="0" name=""/>
        <dsp:cNvSpPr/>
      </dsp:nvSpPr>
      <dsp:spPr>
        <a:xfrm>
          <a:off x="3580492" y="1538563"/>
          <a:ext cx="2195121" cy="1317073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Background noise</a:t>
          </a:r>
          <a:endParaRPr lang="en-US" sz="2000" kern="1200"/>
        </a:p>
      </dsp:txBody>
      <dsp:txXfrm>
        <a:off x="3580492" y="1538563"/>
        <a:ext cx="2195121" cy="1317073"/>
      </dsp:txXfrm>
    </dsp:sp>
    <dsp:sp modelId="{E048A9E5-1056-48FC-A3DD-0B50276EEF05}">
      <dsp:nvSpPr>
        <dsp:cNvPr id="0" name=""/>
        <dsp:cNvSpPr/>
      </dsp:nvSpPr>
      <dsp:spPr>
        <a:xfrm>
          <a:off x="5995126" y="1538563"/>
          <a:ext cx="2195121" cy="1317073"/>
        </a:xfrm>
        <a:prstGeom prst="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Accent variations</a:t>
          </a:r>
          <a:endParaRPr lang="en-US" sz="2000" kern="1200"/>
        </a:p>
      </dsp:txBody>
      <dsp:txXfrm>
        <a:off x="5995126" y="1538563"/>
        <a:ext cx="2195121" cy="1317073"/>
      </dsp:txXfrm>
    </dsp:sp>
    <dsp:sp modelId="{49058D43-90B1-4725-BEBC-E54144CEE616}">
      <dsp:nvSpPr>
        <dsp:cNvPr id="0" name=""/>
        <dsp:cNvSpPr/>
      </dsp:nvSpPr>
      <dsp:spPr>
        <a:xfrm>
          <a:off x="3580492" y="3075148"/>
          <a:ext cx="2195121" cy="131707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Combining face + voice improves accuracy and reliability</a:t>
          </a:r>
          <a:endParaRPr lang="en-US" sz="2000" kern="1200"/>
        </a:p>
      </dsp:txBody>
      <dsp:txXfrm>
        <a:off x="3580492" y="3075148"/>
        <a:ext cx="2195121" cy="13170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1318E-F225-4AA8-8634-60E2AE1A7ED1}">
      <dsp:nvSpPr>
        <dsp:cNvPr id="0" name=""/>
        <dsp:cNvSpPr/>
      </dsp:nvSpPr>
      <dsp:spPr>
        <a:xfrm>
          <a:off x="3054217" y="679139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722085"/>
        <a:ext cx="27739" cy="5547"/>
      </dsp:txXfrm>
    </dsp:sp>
    <dsp:sp modelId="{6597E64C-C917-4FEA-ADB3-9D57D1C728E4}">
      <dsp:nvSpPr>
        <dsp:cNvPr id="0" name=""/>
        <dsp:cNvSpPr/>
      </dsp:nvSpPr>
      <dsp:spPr>
        <a:xfrm>
          <a:off x="643847" y="1208"/>
          <a:ext cx="2412169" cy="1447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User provides input (image / video / audio)</a:t>
          </a:r>
          <a:endParaRPr lang="en-US" sz="2700" kern="1200"/>
        </a:p>
      </dsp:txBody>
      <dsp:txXfrm>
        <a:off x="643847" y="1208"/>
        <a:ext cx="2412169" cy="1447301"/>
      </dsp:txXfrm>
    </dsp:sp>
    <dsp:sp modelId="{09D44EE8-6A92-4DF7-9367-8242CEDA999D}">
      <dsp:nvSpPr>
        <dsp:cNvPr id="0" name=""/>
        <dsp:cNvSpPr/>
      </dsp:nvSpPr>
      <dsp:spPr>
        <a:xfrm>
          <a:off x="1849932" y="1446710"/>
          <a:ext cx="2966968" cy="524198"/>
        </a:xfrm>
        <a:custGeom>
          <a:avLst/>
          <a:gdLst/>
          <a:ahLst/>
          <a:cxnLst/>
          <a:rect l="0" t="0" r="0" b="0"/>
          <a:pathLst>
            <a:path>
              <a:moveTo>
                <a:pt x="2966968" y="0"/>
              </a:moveTo>
              <a:lnTo>
                <a:pt x="2966968" y="279199"/>
              </a:lnTo>
              <a:lnTo>
                <a:pt x="0" y="279199"/>
              </a:lnTo>
              <a:lnTo>
                <a:pt x="0" y="52419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7956" y="1706035"/>
        <a:ext cx="150919" cy="5547"/>
      </dsp:txXfrm>
    </dsp:sp>
    <dsp:sp modelId="{02613BFC-9617-4092-9008-F8A9A58AD3F4}">
      <dsp:nvSpPr>
        <dsp:cNvPr id="0" name=""/>
        <dsp:cNvSpPr/>
      </dsp:nvSpPr>
      <dsp:spPr>
        <a:xfrm>
          <a:off x="3610815" y="1208"/>
          <a:ext cx="2412169" cy="1447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Data preprocessing</a:t>
          </a:r>
          <a:endParaRPr lang="en-US" sz="2700" kern="1200"/>
        </a:p>
      </dsp:txBody>
      <dsp:txXfrm>
        <a:off x="3610815" y="1208"/>
        <a:ext cx="2412169" cy="1447301"/>
      </dsp:txXfrm>
    </dsp:sp>
    <dsp:sp modelId="{A9C4629C-F082-465F-9BC9-8A79D7265C57}">
      <dsp:nvSpPr>
        <dsp:cNvPr id="0" name=""/>
        <dsp:cNvSpPr/>
      </dsp:nvSpPr>
      <dsp:spPr>
        <a:xfrm>
          <a:off x="3054217" y="2681240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2724186"/>
        <a:ext cx="27739" cy="5547"/>
      </dsp:txXfrm>
    </dsp:sp>
    <dsp:sp modelId="{4AC436D1-FA4C-4577-8FA7-CDB013D4B971}">
      <dsp:nvSpPr>
        <dsp:cNvPr id="0" name=""/>
        <dsp:cNvSpPr/>
      </dsp:nvSpPr>
      <dsp:spPr>
        <a:xfrm>
          <a:off x="643847" y="2003309"/>
          <a:ext cx="2412169" cy="1447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Feature extraction</a:t>
          </a:r>
          <a:endParaRPr lang="en-US" sz="2700" kern="1200"/>
        </a:p>
      </dsp:txBody>
      <dsp:txXfrm>
        <a:off x="643847" y="2003309"/>
        <a:ext cx="2412169" cy="1447301"/>
      </dsp:txXfrm>
    </dsp:sp>
    <dsp:sp modelId="{9A4A068D-6DA9-4A99-8C2C-DB03700B6973}">
      <dsp:nvSpPr>
        <dsp:cNvPr id="0" name=""/>
        <dsp:cNvSpPr/>
      </dsp:nvSpPr>
      <dsp:spPr>
        <a:xfrm>
          <a:off x="1849932" y="3448810"/>
          <a:ext cx="2966968" cy="524198"/>
        </a:xfrm>
        <a:custGeom>
          <a:avLst/>
          <a:gdLst/>
          <a:ahLst/>
          <a:cxnLst/>
          <a:rect l="0" t="0" r="0" b="0"/>
          <a:pathLst>
            <a:path>
              <a:moveTo>
                <a:pt x="2966968" y="0"/>
              </a:moveTo>
              <a:lnTo>
                <a:pt x="2966968" y="279199"/>
              </a:lnTo>
              <a:lnTo>
                <a:pt x="0" y="279199"/>
              </a:lnTo>
              <a:lnTo>
                <a:pt x="0" y="52419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7956" y="3708136"/>
        <a:ext cx="150919" cy="5547"/>
      </dsp:txXfrm>
    </dsp:sp>
    <dsp:sp modelId="{ADF199CC-5AE9-40E1-9430-85BDD575D93B}">
      <dsp:nvSpPr>
        <dsp:cNvPr id="0" name=""/>
        <dsp:cNvSpPr/>
      </dsp:nvSpPr>
      <dsp:spPr>
        <a:xfrm>
          <a:off x="3610815" y="2003309"/>
          <a:ext cx="2412169" cy="1447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Deep learning model processing</a:t>
          </a:r>
          <a:endParaRPr lang="en-US" sz="2700" kern="1200"/>
        </a:p>
      </dsp:txBody>
      <dsp:txXfrm>
        <a:off x="3610815" y="2003309"/>
        <a:ext cx="2412169" cy="1447301"/>
      </dsp:txXfrm>
    </dsp:sp>
    <dsp:sp modelId="{85965C14-ACED-4C07-9AED-9CD7827BE0F2}">
      <dsp:nvSpPr>
        <dsp:cNvPr id="0" name=""/>
        <dsp:cNvSpPr/>
      </dsp:nvSpPr>
      <dsp:spPr>
        <a:xfrm>
          <a:off x="3054217" y="4683340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4726286"/>
        <a:ext cx="27739" cy="5547"/>
      </dsp:txXfrm>
    </dsp:sp>
    <dsp:sp modelId="{45D0EED8-2385-45D6-B7A4-ACA603982951}">
      <dsp:nvSpPr>
        <dsp:cNvPr id="0" name=""/>
        <dsp:cNvSpPr/>
      </dsp:nvSpPr>
      <dsp:spPr>
        <a:xfrm>
          <a:off x="643847" y="4005409"/>
          <a:ext cx="2412169" cy="1447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Emotion prediction</a:t>
          </a:r>
          <a:endParaRPr lang="en-US" sz="2700" kern="1200"/>
        </a:p>
      </dsp:txBody>
      <dsp:txXfrm>
        <a:off x="643847" y="4005409"/>
        <a:ext cx="2412169" cy="1447301"/>
      </dsp:txXfrm>
    </dsp:sp>
    <dsp:sp modelId="{C866681D-A3E4-4FD4-923C-4D0CBEA3408B}">
      <dsp:nvSpPr>
        <dsp:cNvPr id="0" name=""/>
        <dsp:cNvSpPr/>
      </dsp:nvSpPr>
      <dsp:spPr>
        <a:xfrm>
          <a:off x="3610815" y="4005409"/>
          <a:ext cx="2412169" cy="14473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Results displayed to the user</a:t>
          </a:r>
          <a:endParaRPr lang="en-US" sz="2700" kern="1200"/>
        </a:p>
      </dsp:txBody>
      <dsp:txXfrm>
        <a:off x="3610815" y="4005409"/>
        <a:ext cx="2412169" cy="14473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012EF-3234-4A27-83F7-7FB2700291E2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69B5B8-6670-4C08-A181-C088A822AE24}">
      <dsp:nvSpPr>
        <dsp:cNvPr id="0" name=""/>
        <dsp:cNvSpPr/>
      </dsp:nvSpPr>
      <dsp:spPr>
        <a:xfrm>
          <a:off x="0" y="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Face is detected from image</a:t>
          </a:r>
          <a:endParaRPr lang="en-US" sz="2100" kern="1200" dirty="0"/>
        </a:p>
      </dsp:txBody>
      <dsp:txXfrm>
        <a:off x="0" y="0"/>
        <a:ext cx="6666833" cy="681740"/>
      </dsp:txXfrm>
    </dsp:sp>
    <dsp:sp modelId="{88E1D7AC-638A-4EE2-8D57-2F559C7C386F}">
      <dsp:nvSpPr>
        <dsp:cNvPr id="0" name=""/>
        <dsp:cNvSpPr/>
      </dsp:nvSpPr>
      <dsp:spPr>
        <a:xfrm>
          <a:off x="0" y="68174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7DAAB3-F8A1-49FE-ADEF-2462D1357D4F}">
      <dsp:nvSpPr>
        <dsp:cNvPr id="0" name=""/>
        <dsp:cNvSpPr/>
      </dsp:nvSpPr>
      <dsp:spPr>
        <a:xfrm>
          <a:off x="0" y="68174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 </a:t>
          </a:r>
          <a:r>
            <a:rPr lang="en-US" sz="2100" b="1" i="0" kern="1200" baseline="0"/>
            <a:t>Convolutional Neural Network (CNN)</a:t>
          </a:r>
          <a:r>
            <a:rPr lang="en-US" sz="2100" b="0" i="0" kern="1200" baseline="0"/>
            <a:t> is used</a:t>
          </a:r>
          <a:endParaRPr lang="en-US" sz="2100" kern="1200"/>
        </a:p>
      </dsp:txBody>
      <dsp:txXfrm>
        <a:off x="0" y="681740"/>
        <a:ext cx="6666833" cy="681740"/>
      </dsp:txXfrm>
    </dsp:sp>
    <dsp:sp modelId="{0191AD75-AEFC-4EA1-95B8-DAFDDFEE40CE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7C04FB-59FD-4AAB-BEA0-12BA3EF96F7B}">
      <dsp:nvSpPr>
        <dsp:cNvPr id="0" name=""/>
        <dsp:cNvSpPr/>
      </dsp:nvSpPr>
      <dsp:spPr>
        <a:xfrm>
          <a:off x="0" y="136348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Facial features are analyzed to detect emotions such as:</a:t>
          </a:r>
          <a:endParaRPr lang="en-US" sz="2100" kern="1200"/>
        </a:p>
      </dsp:txBody>
      <dsp:txXfrm>
        <a:off x="0" y="1363480"/>
        <a:ext cx="6666833" cy="681740"/>
      </dsp:txXfrm>
    </dsp:sp>
    <dsp:sp modelId="{B27ECDE5-1D92-4BC5-83A3-305665AFB893}">
      <dsp:nvSpPr>
        <dsp:cNvPr id="0" name=""/>
        <dsp:cNvSpPr/>
      </dsp:nvSpPr>
      <dsp:spPr>
        <a:xfrm>
          <a:off x="0" y="204522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1AEB01-D71B-417B-A892-483457BF9750}">
      <dsp:nvSpPr>
        <dsp:cNvPr id="0" name=""/>
        <dsp:cNvSpPr/>
      </dsp:nvSpPr>
      <dsp:spPr>
        <a:xfrm>
          <a:off x="0" y="204522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Happy</a:t>
          </a:r>
          <a:endParaRPr lang="en-US" sz="2100" kern="1200"/>
        </a:p>
      </dsp:txBody>
      <dsp:txXfrm>
        <a:off x="0" y="2045220"/>
        <a:ext cx="6666833" cy="681740"/>
      </dsp:txXfrm>
    </dsp:sp>
    <dsp:sp modelId="{91468369-600F-480D-99A9-F8D52DBA7D86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C1AA79-65BB-420A-8C79-C54AA256CDE8}">
      <dsp:nvSpPr>
        <dsp:cNvPr id="0" name=""/>
        <dsp:cNvSpPr/>
      </dsp:nvSpPr>
      <dsp:spPr>
        <a:xfrm>
          <a:off x="0" y="272696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Sad</a:t>
          </a:r>
          <a:endParaRPr lang="en-US" sz="2100" kern="1200"/>
        </a:p>
      </dsp:txBody>
      <dsp:txXfrm>
        <a:off x="0" y="2726960"/>
        <a:ext cx="6666833" cy="681740"/>
      </dsp:txXfrm>
    </dsp:sp>
    <dsp:sp modelId="{F3417B59-BFC2-44BB-8439-62FAD558E3B0}">
      <dsp:nvSpPr>
        <dsp:cNvPr id="0" name=""/>
        <dsp:cNvSpPr/>
      </dsp:nvSpPr>
      <dsp:spPr>
        <a:xfrm>
          <a:off x="0" y="340870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14C8D4-034A-4EF1-BE7F-9129EFA14292}">
      <dsp:nvSpPr>
        <dsp:cNvPr id="0" name=""/>
        <dsp:cNvSpPr/>
      </dsp:nvSpPr>
      <dsp:spPr>
        <a:xfrm>
          <a:off x="0" y="340870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Angry</a:t>
          </a:r>
          <a:endParaRPr lang="en-US" sz="2100" kern="1200"/>
        </a:p>
      </dsp:txBody>
      <dsp:txXfrm>
        <a:off x="0" y="3408700"/>
        <a:ext cx="6666833" cy="681740"/>
      </dsp:txXfrm>
    </dsp:sp>
    <dsp:sp modelId="{1AE623AF-6797-47CE-9C8F-2E2D08047AB8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3D65CC-0886-4B5C-B521-BDBBBD346DA0}">
      <dsp:nvSpPr>
        <dsp:cNvPr id="0" name=""/>
        <dsp:cNvSpPr/>
      </dsp:nvSpPr>
      <dsp:spPr>
        <a:xfrm>
          <a:off x="0" y="409044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Neutral</a:t>
          </a:r>
          <a:endParaRPr lang="en-US" sz="2100" kern="1200"/>
        </a:p>
      </dsp:txBody>
      <dsp:txXfrm>
        <a:off x="0" y="4090440"/>
        <a:ext cx="6666833" cy="681740"/>
      </dsp:txXfrm>
    </dsp:sp>
    <dsp:sp modelId="{EB5EF850-FD5A-41B7-9CEF-1C41EB3CC7F6}">
      <dsp:nvSpPr>
        <dsp:cNvPr id="0" name=""/>
        <dsp:cNvSpPr/>
      </dsp:nvSpPr>
      <dsp:spPr>
        <a:xfrm>
          <a:off x="0" y="477217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F0A46D-79EA-494C-8869-75324283C84E}">
      <dsp:nvSpPr>
        <dsp:cNvPr id="0" name=""/>
        <dsp:cNvSpPr/>
      </dsp:nvSpPr>
      <dsp:spPr>
        <a:xfrm>
          <a:off x="0" y="477218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Fearful</a:t>
          </a:r>
        </a:p>
      </dsp:txBody>
      <dsp:txXfrm>
        <a:off x="0" y="4772180"/>
        <a:ext cx="6666833" cy="681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A77E1-836E-47A2-A24F-17009817EDAF}">
      <dsp:nvSpPr>
        <dsp:cNvPr id="0" name=""/>
        <dsp:cNvSpPr/>
      </dsp:nvSpPr>
      <dsp:spPr>
        <a:xfrm>
          <a:off x="0" y="623299"/>
          <a:ext cx="6666833" cy="6388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User uploads an audio file</a:t>
          </a:r>
          <a:endParaRPr lang="en-US" sz="2600" kern="1200"/>
        </a:p>
      </dsp:txBody>
      <dsp:txXfrm>
        <a:off x="31185" y="654484"/>
        <a:ext cx="6604463" cy="576450"/>
      </dsp:txXfrm>
    </dsp:sp>
    <dsp:sp modelId="{BA4AEF87-F58C-4201-927D-D705356BECD2}">
      <dsp:nvSpPr>
        <dsp:cNvPr id="0" name=""/>
        <dsp:cNvSpPr/>
      </dsp:nvSpPr>
      <dsp:spPr>
        <a:xfrm>
          <a:off x="0" y="1336999"/>
          <a:ext cx="6666833" cy="638820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Important features are extracted:</a:t>
          </a:r>
          <a:endParaRPr lang="en-US" sz="2600" kern="1200"/>
        </a:p>
      </dsp:txBody>
      <dsp:txXfrm>
        <a:off x="31185" y="1368184"/>
        <a:ext cx="6604463" cy="576450"/>
      </dsp:txXfrm>
    </dsp:sp>
    <dsp:sp modelId="{C6658944-8AD3-4963-81C2-DB8615A84E87}">
      <dsp:nvSpPr>
        <dsp:cNvPr id="0" name=""/>
        <dsp:cNvSpPr/>
      </dsp:nvSpPr>
      <dsp:spPr>
        <a:xfrm>
          <a:off x="0" y="2050699"/>
          <a:ext cx="6666833" cy="638820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MFCC</a:t>
          </a:r>
          <a:endParaRPr lang="en-US" sz="2600" kern="1200" dirty="0"/>
        </a:p>
      </dsp:txBody>
      <dsp:txXfrm>
        <a:off x="31185" y="2081884"/>
        <a:ext cx="6604463" cy="576450"/>
      </dsp:txXfrm>
    </dsp:sp>
    <dsp:sp modelId="{569F085B-C56B-4BB4-A74A-B10F05C1E2DC}">
      <dsp:nvSpPr>
        <dsp:cNvPr id="0" name=""/>
        <dsp:cNvSpPr/>
      </dsp:nvSpPr>
      <dsp:spPr>
        <a:xfrm>
          <a:off x="0" y="2764400"/>
          <a:ext cx="6666833" cy="638820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Chroma features</a:t>
          </a:r>
          <a:endParaRPr lang="en-US" sz="2600" kern="1200"/>
        </a:p>
      </dsp:txBody>
      <dsp:txXfrm>
        <a:off x="31185" y="2795585"/>
        <a:ext cx="6604463" cy="576450"/>
      </dsp:txXfrm>
    </dsp:sp>
    <dsp:sp modelId="{D5F26BE6-936A-4BC1-84F4-3B4DC1F2B73B}">
      <dsp:nvSpPr>
        <dsp:cNvPr id="0" name=""/>
        <dsp:cNvSpPr/>
      </dsp:nvSpPr>
      <dsp:spPr>
        <a:xfrm>
          <a:off x="0" y="3478100"/>
          <a:ext cx="6666833" cy="638820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Mel Spectrogram</a:t>
          </a:r>
          <a:endParaRPr lang="en-US" sz="2600" kern="1200"/>
        </a:p>
      </dsp:txBody>
      <dsp:txXfrm>
        <a:off x="31185" y="3509285"/>
        <a:ext cx="6604463" cy="576450"/>
      </dsp:txXfrm>
    </dsp:sp>
    <dsp:sp modelId="{B749256E-CFC2-40F6-97E0-87738670A229}">
      <dsp:nvSpPr>
        <dsp:cNvPr id="0" name=""/>
        <dsp:cNvSpPr/>
      </dsp:nvSpPr>
      <dsp:spPr>
        <a:xfrm>
          <a:off x="0" y="4191800"/>
          <a:ext cx="6666833" cy="6388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CNN model classifies emotions from speech</a:t>
          </a:r>
          <a:endParaRPr lang="en-US" sz="2600" kern="1200"/>
        </a:p>
      </dsp:txBody>
      <dsp:txXfrm>
        <a:off x="31185" y="4222985"/>
        <a:ext cx="6604463" cy="5764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1924D-F468-4AFD-8B31-5C4D05501A2E}">
      <dsp:nvSpPr>
        <dsp:cNvPr id="0" name=""/>
        <dsp:cNvSpPr/>
      </dsp:nvSpPr>
      <dsp:spPr>
        <a:xfrm>
          <a:off x="0" y="677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280F21-368E-4F81-B575-5955D495B6A9}">
      <dsp:nvSpPr>
        <dsp:cNvPr id="0" name=""/>
        <dsp:cNvSpPr/>
      </dsp:nvSpPr>
      <dsp:spPr>
        <a:xfrm>
          <a:off x="0" y="677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Convolutional Neural Networks (CNNs)</a:t>
          </a:r>
          <a:endParaRPr lang="en-US" sz="2200" kern="1200"/>
        </a:p>
      </dsp:txBody>
      <dsp:txXfrm>
        <a:off x="0" y="677"/>
        <a:ext cx="3025303" cy="792098"/>
      </dsp:txXfrm>
    </dsp:sp>
    <dsp:sp modelId="{7E28623F-5F7C-4C54-82FF-033B6E1C9EE6}">
      <dsp:nvSpPr>
        <dsp:cNvPr id="0" name=""/>
        <dsp:cNvSpPr/>
      </dsp:nvSpPr>
      <dsp:spPr>
        <a:xfrm>
          <a:off x="0" y="792776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A07ACAB-377F-4EF4-80D8-913D0F602595}">
      <dsp:nvSpPr>
        <dsp:cNvPr id="0" name=""/>
        <dsp:cNvSpPr/>
      </dsp:nvSpPr>
      <dsp:spPr>
        <a:xfrm>
          <a:off x="0" y="792776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Frameworks:</a:t>
          </a:r>
          <a:endParaRPr lang="en-US" sz="2200" b="1" kern="1200" dirty="0"/>
        </a:p>
      </dsp:txBody>
      <dsp:txXfrm>
        <a:off x="0" y="792776"/>
        <a:ext cx="3025303" cy="792098"/>
      </dsp:txXfrm>
    </dsp:sp>
    <dsp:sp modelId="{65C5680C-2BBF-44EC-861C-F83C3A6DAD32}">
      <dsp:nvSpPr>
        <dsp:cNvPr id="0" name=""/>
        <dsp:cNvSpPr/>
      </dsp:nvSpPr>
      <dsp:spPr>
        <a:xfrm>
          <a:off x="0" y="1584875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14BDB32-5B3D-4354-91D3-8DEF390AD71D}">
      <dsp:nvSpPr>
        <dsp:cNvPr id="0" name=""/>
        <dsp:cNvSpPr/>
      </dsp:nvSpPr>
      <dsp:spPr>
        <a:xfrm>
          <a:off x="0" y="1584875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TensorFlow</a:t>
          </a:r>
          <a:endParaRPr lang="en-US" sz="2200" kern="1200"/>
        </a:p>
      </dsp:txBody>
      <dsp:txXfrm>
        <a:off x="0" y="1584875"/>
        <a:ext cx="3025303" cy="792098"/>
      </dsp:txXfrm>
    </dsp:sp>
    <dsp:sp modelId="{CC694F30-8227-4A13-950A-5821E8881D2F}">
      <dsp:nvSpPr>
        <dsp:cNvPr id="0" name=""/>
        <dsp:cNvSpPr/>
      </dsp:nvSpPr>
      <dsp:spPr>
        <a:xfrm>
          <a:off x="0" y="2376974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340D5EA-7A8C-41B9-A3D8-7A11DD952F29}">
      <dsp:nvSpPr>
        <dsp:cNvPr id="0" name=""/>
        <dsp:cNvSpPr/>
      </dsp:nvSpPr>
      <dsp:spPr>
        <a:xfrm>
          <a:off x="0" y="2376974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Keras</a:t>
          </a:r>
          <a:endParaRPr lang="en-US" sz="2200" kern="1200"/>
        </a:p>
      </dsp:txBody>
      <dsp:txXfrm>
        <a:off x="0" y="2376974"/>
        <a:ext cx="3025303" cy="792098"/>
      </dsp:txXfrm>
    </dsp:sp>
    <dsp:sp modelId="{2C32DFDF-B03F-4136-A0A8-64088B136E9F}">
      <dsp:nvSpPr>
        <dsp:cNvPr id="0" name=""/>
        <dsp:cNvSpPr/>
      </dsp:nvSpPr>
      <dsp:spPr>
        <a:xfrm>
          <a:off x="0" y="3169072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BDF2C26-360A-4042-A230-0C0B83D7D09A}">
      <dsp:nvSpPr>
        <dsp:cNvPr id="0" name=""/>
        <dsp:cNvSpPr/>
      </dsp:nvSpPr>
      <dsp:spPr>
        <a:xfrm>
          <a:off x="0" y="3169072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Libraries:</a:t>
          </a:r>
          <a:endParaRPr lang="en-US" sz="2200" b="1" kern="1200" dirty="0"/>
        </a:p>
      </dsp:txBody>
      <dsp:txXfrm>
        <a:off x="0" y="3169072"/>
        <a:ext cx="3025303" cy="792098"/>
      </dsp:txXfrm>
    </dsp:sp>
    <dsp:sp modelId="{DFB09207-F5B5-4B7B-BB61-FCDEE229038B}">
      <dsp:nvSpPr>
        <dsp:cNvPr id="0" name=""/>
        <dsp:cNvSpPr/>
      </dsp:nvSpPr>
      <dsp:spPr>
        <a:xfrm>
          <a:off x="0" y="3961171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8A8E6A-057B-4410-A273-FB29B74C43E2}">
      <dsp:nvSpPr>
        <dsp:cNvPr id="0" name=""/>
        <dsp:cNvSpPr/>
      </dsp:nvSpPr>
      <dsp:spPr>
        <a:xfrm>
          <a:off x="0" y="3961171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OpenCV (image processing)</a:t>
          </a:r>
          <a:endParaRPr lang="en-US" sz="2200" kern="1200"/>
        </a:p>
      </dsp:txBody>
      <dsp:txXfrm>
        <a:off x="0" y="3961171"/>
        <a:ext cx="3025303" cy="792098"/>
      </dsp:txXfrm>
    </dsp:sp>
    <dsp:sp modelId="{053C0C05-E491-477E-A13C-124878A8C57F}">
      <dsp:nvSpPr>
        <dsp:cNvPr id="0" name=""/>
        <dsp:cNvSpPr/>
      </dsp:nvSpPr>
      <dsp:spPr>
        <a:xfrm>
          <a:off x="0" y="4753270"/>
          <a:ext cx="3025303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3BDF14-82F8-4210-827E-051F35CC22B9}">
      <dsp:nvSpPr>
        <dsp:cNvPr id="0" name=""/>
        <dsp:cNvSpPr/>
      </dsp:nvSpPr>
      <dsp:spPr>
        <a:xfrm>
          <a:off x="0" y="4753270"/>
          <a:ext cx="3025303" cy="792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Librosa (audio processing)</a:t>
          </a:r>
          <a:endParaRPr lang="en-US" sz="2200" kern="1200"/>
        </a:p>
      </dsp:txBody>
      <dsp:txXfrm>
        <a:off x="0" y="4753270"/>
        <a:ext cx="3025303" cy="7920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A02EA-46CA-4A74-8CB4-3177B6EAD8E0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Affectiva</a:t>
          </a:r>
          <a:r>
            <a:rPr lang="en-US" sz="3200" b="0" i="0" kern="1200" baseline="0"/>
            <a:t> → Facial emotion recognition only</a:t>
          </a:r>
          <a:endParaRPr lang="en-US" sz="3200" kern="1200"/>
        </a:p>
      </dsp:txBody>
      <dsp:txXfrm>
        <a:off x="62141" y="104940"/>
        <a:ext cx="6542551" cy="1148678"/>
      </dsp:txXfrm>
    </dsp:sp>
    <dsp:sp modelId="{DD1BF368-E323-40D9-A8AB-7DD95AD49125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Beyond Verbal</a:t>
          </a:r>
          <a:r>
            <a:rPr lang="en-US" sz="3200" b="0" i="0" kern="1200" baseline="0"/>
            <a:t> → Speech emotion recognition only</a:t>
          </a:r>
          <a:endParaRPr lang="en-US" sz="3200" kern="1200"/>
        </a:p>
      </dsp:txBody>
      <dsp:txXfrm>
        <a:off x="62141" y="1470060"/>
        <a:ext cx="6542551" cy="1148678"/>
      </dsp:txXfrm>
    </dsp:sp>
    <dsp:sp modelId="{12C37CD0-2D81-41C4-9D84-843F4DC1A0FC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IBM Watson</a:t>
          </a:r>
          <a:r>
            <a:rPr lang="en-US" sz="3200" b="0" i="0" kern="1200" baseline="0"/>
            <a:t> → Text-based emotion analysis</a:t>
          </a:r>
          <a:endParaRPr lang="en-US" sz="3200" kern="1200"/>
        </a:p>
      </dsp:txBody>
      <dsp:txXfrm>
        <a:off x="62141" y="2835181"/>
        <a:ext cx="6542551" cy="1148678"/>
      </dsp:txXfrm>
    </dsp:sp>
    <dsp:sp modelId="{A94F1396-C684-4784-A4CF-72C9CB9CDEE3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Microsoft Azure AI</a:t>
          </a:r>
          <a:r>
            <a:rPr lang="en-US" sz="3200" b="0" i="0" kern="1200" baseline="0"/>
            <a:t> → Indirect emotion detection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BC0BC-C4E3-458A-AD93-BB26F7D5E6C7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Combines facial and speech emotion recognition</a:t>
          </a:r>
          <a:endParaRPr lang="en-US" sz="3200" kern="1200"/>
        </a:p>
      </dsp:txBody>
      <dsp:txXfrm>
        <a:off x="62141" y="104940"/>
        <a:ext cx="6542551" cy="1148678"/>
      </dsp:txXfrm>
    </dsp:sp>
    <dsp:sp modelId="{6655E601-F3AE-4F43-B29B-B87EBBA35F9A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Higher accuracy than single-modal systems</a:t>
          </a:r>
          <a:endParaRPr lang="en-US" sz="3200" kern="1200"/>
        </a:p>
      </dsp:txBody>
      <dsp:txXfrm>
        <a:off x="62141" y="1470060"/>
        <a:ext cx="6542551" cy="1148678"/>
      </dsp:txXfrm>
    </dsp:sp>
    <dsp:sp modelId="{063E357A-7598-4BA0-B06F-289FBE29B48D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Real-time predictions</a:t>
          </a:r>
          <a:endParaRPr lang="en-US" sz="3200" kern="1200"/>
        </a:p>
      </dsp:txBody>
      <dsp:txXfrm>
        <a:off x="62141" y="2835181"/>
        <a:ext cx="6542551" cy="1148678"/>
      </dsp:txXfrm>
    </dsp:sp>
    <dsp:sp modelId="{1FD6E903-B894-4188-8324-AD3DEE4905DA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User-friendly interface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26089-0FB0-4F48-801D-3BFB07095A78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CBDFDB-226E-4C84-A883-9BE74D7C5965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Accurate emotion detection</a:t>
          </a:r>
          <a:endParaRPr lang="en-US" sz="2500" kern="1200"/>
        </a:p>
      </dsp:txBody>
      <dsp:txXfrm>
        <a:off x="0" y="2663"/>
        <a:ext cx="6666833" cy="908098"/>
      </dsp:txXfrm>
    </dsp:sp>
    <dsp:sp modelId="{72E5D7B1-1A5A-4518-8118-D0604BD61CDD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554BA6-DB1D-42A9-A1B1-BA8A15B70924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Possible applications:</a:t>
          </a:r>
          <a:endParaRPr lang="en-US" sz="2500" b="1" kern="1200" dirty="0"/>
        </a:p>
      </dsp:txBody>
      <dsp:txXfrm>
        <a:off x="0" y="910762"/>
        <a:ext cx="6666833" cy="908098"/>
      </dsp:txXfrm>
    </dsp:sp>
    <dsp:sp modelId="{89993F35-B629-4470-8366-728758399A11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E24EC2-7F24-4047-A02D-37AE7471F84F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Mental health awareness</a:t>
          </a:r>
          <a:endParaRPr lang="en-US" sz="2500" kern="1200"/>
        </a:p>
      </dsp:txBody>
      <dsp:txXfrm>
        <a:off x="0" y="1818861"/>
        <a:ext cx="6666833" cy="908098"/>
      </dsp:txXfrm>
    </dsp:sp>
    <dsp:sp modelId="{5DBD0E49-D978-4D57-8F3D-E9038150FAE5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EAB7B2-B8AF-4CC9-819A-35FA41357737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Education systems</a:t>
          </a:r>
          <a:endParaRPr lang="en-US" sz="2500" kern="1200"/>
        </a:p>
      </dsp:txBody>
      <dsp:txXfrm>
        <a:off x="0" y="2726960"/>
        <a:ext cx="6666833" cy="908098"/>
      </dsp:txXfrm>
    </dsp:sp>
    <dsp:sp modelId="{E91A7B8C-A2AF-4244-9A4D-3119308DA2C2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428A06-4C70-43CA-9B20-8C7CFDBEA005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Human-computer interaction</a:t>
          </a:r>
          <a:endParaRPr lang="en-US" sz="2500" kern="1200"/>
        </a:p>
      </dsp:txBody>
      <dsp:txXfrm>
        <a:off x="0" y="3635058"/>
        <a:ext cx="6666833" cy="908098"/>
      </dsp:txXfrm>
    </dsp:sp>
    <dsp:sp modelId="{C6C6787F-6D9E-4073-BEBB-8B0953C5367C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F6528C-3975-4046-BCDD-9419CA928C37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Can be extended to </a:t>
          </a:r>
          <a:r>
            <a:rPr lang="en-US" sz="2500" b="1" i="0" kern="1200" baseline="0"/>
            <a:t>full human behavior prediction</a:t>
          </a:r>
          <a:endParaRPr lang="en-US" sz="2500" kern="1200"/>
        </a:p>
      </dsp:txBody>
      <dsp:txXfrm>
        <a:off x="0" y="4543157"/>
        <a:ext cx="6666833" cy="90809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FC3F0-06BF-401C-A888-4E7D21A8B925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203D20-0200-4689-B792-34B5C537C607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The project solves a real-world problem</a:t>
          </a:r>
          <a:endParaRPr lang="en-US" sz="3800" kern="1200"/>
        </a:p>
      </dsp:txBody>
      <dsp:txXfrm>
        <a:off x="0" y="0"/>
        <a:ext cx="6666833" cy="1363480"/>
      </dsp:txXfrm>
    </dsp:sp>
    <dsp:sp modelId="{BC3E51DB-5C2D-416C-AF90-A18F45281577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A32B6E-66F5-4BD1-A60E-0918DCEDE4AA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Multi-modal approach improves performance</a:t>
          </a:r>
          <a:endParaRPr lang="en-US" sz="3800" kern="1200"/>
        </a:p>
      </dsp:txBody>
      <dsp:txXfrm>
        <a:off x="0" y="1363480"/>
        <a:ext cx="6666833" cy="1363480"/>
      </dsp:txXfrm>
    </dsp:sp>
    <dsp:sp modelId="{CEB7ABC5-8095-4DC0-9BFA-D139A4FCEF6C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FCC6B9-9BDD-40CE-B286-E254527CD16E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Provides a strong foundation for future AI systems</a:t>
          </a:r>
          <a:endParaRPr lang="en-US" sz="3800" kern="1200"/>
        </a:p>
      </dsp:txBody>
      <dsp:txXfrm>
        <a:off x="0" y="2726960"/>
        <a:ext cx="6666833" cy="1363480"/>
      </dsp:txXfrm>
    </dsp:sp>
    <dsp:sp modelId="{E58CE7DF-09F0-4738-8282-F33E0DCDA573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912F16-4219-43BA-BF61-B99E4B0752CE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i="0" kern="1200" baseline="0"/>
            <a:t>Thank You</a:t>
          </a:r>
          <a:endParaRPr lang="en-US" sz="3800" kern="1200"/>
        </a:p>
      </dsp:txBody>
      <dsp:txXfrm>
        <a:off x="0" y="4090440"/>
        <a:ext cx="6666833" cy="1363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99632-ECDC-D9B1-FC88-8782BC60C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F8136-BD00-30DD-5AD5-DC7FE80FF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FFD4-BC95-49CF-CF84-20F877AD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C0FC4-6F21-FEC2-46DF-AA22734A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DC35-8B3D-903C-D7B2-2C04AB7F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9A43-F7E4-3DFA-C958-C23A45E4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B5BE-C7F2-31DE-4841-180DF1D3C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39F42-3F77-26FD-46E7-63A4BBB9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B5588-6D50-D47C-A6CF-8B5BBB54B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08A01-B090-6FB5-485B-56EFA653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7ADA-EF9B-4D4C-4D02-9E62E04DA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724B7-6914-6F9B-4646-0D405C629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09D96-B827-6C5B-7720-55D429A2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316C-C6AC-AB79-76DE-520D184A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BE81-E922-C622-563F-6DED95E8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3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0F32-FE9D-6795-07C2-6DE303CA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758C6-691E-F774-054A-176DAC888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32E64-DB26-2740-7F2F-4483F7105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34A34-7C2A-F691-CE1E-05A4DEA2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62B36-C598-2B38-E299-4F7972EEF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17FFD-CA8D-28EE-42B4-897C4217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7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5ED4-E005-3E8C-A827-65F1D4265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57FBC-62D1-D80C-5915-C013CF150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21962-41B6-D129-7123-68598313A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EF0CA-30D9-36DB-E8F6-2F99CC5D1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6B739-D3BA-2365-3E79-B202E331A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5497F-9D0E-A399-7D60-882331AA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2DB3B-1FA4-87D0-B493-1AD4AC8C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2624D4-4F38-8A8C-6F42-C19203EF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5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74ED-3541-D86C-FA34-886471C1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A0306-3941-B839-47BE-ABC34677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7B86A-1BF2-6E2D-3567-5F4E8643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62D5A-FCD7-BA1B-4570-E409DD32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1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06497-F496-7782-E232-DD5DDC1F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C9E03-676E-6B4D-198A-E75F0FCB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4A520-2DE9-6F0C-0976-FEE3D308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0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AFE5-2B45-A858-0712-1AEF2C0A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797C-577C-DE6C-0BBE-0B59A8E57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D5C0B-F8F8-E146-778D-C2713EE24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84C3B-9C38-841D-A494-18142993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FE77C-B2FA-DF7D-5F7F-F23787C4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307D7-5ED1-A0B7-CD3B-B72A24E2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8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0394-283A-787C-8825-DA69C5716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F6CCF-0B4D-FA86-AEB5-69D5405DB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8FC3E-ECB5-4D81-2FC9-949255E90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67F15-F5A6-A51C-86C9-266B83F2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BB84-6E30-46AE-24B6-A58144A1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7EAD-F8F8-DDB8-98F7-6C5EF739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1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D541-52A0-A179-C2A3-57450D85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CE894-44F8-3517-251C-A79012B18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B8E34-5BBC-4404-1029-6CCB025A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751AB-C1B1-F078-44F9-0DFA2AEF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F3803-C2E4-A9D4-8DB8-D9B076C0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8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AADB7-20B8-5EEB-2770-B28DD31D2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586CF-8B9B-B991-919A-8F4B454D1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66310-1CCB-0251-20A8-734671FB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EB63-545F-00A9-637E-FCB7FE1B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536D7-EB42-2AC1-8D37-95EAB050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6D28D-584F-1BCD-C01F-226BA737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8130C-93D8-2EF8-0474-7BEC55022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18F1-DB1A-BA38-4BCF-D2D338B95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BD7C3-B225-47AE-8DED-5E4DEECD6C2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225A3-04B1-A5ED-65BB-780AA277C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F9856-9111-FE6B-4191-C9A5565DC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49B5F-C512-4D56-9F5D-5FC4A659B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9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Red toy person in front of two lines of white figures">
            <a:extLst>
              <a:ext uri="{FF2B5EF4-FFF2-40B4-BE49-F238E27FC236}">
                <a16:creationId xmlns:a16="http://schemas.microsoft.com/office/drawing/2014/main" id="{1EA94A5C-1C3C-6551-7A38-086E03655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93" r="2213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20AD8-9992-8A7C-3BE3-737B3D8C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b="1"/>
              <a:t>Human Behaviour Predictor</a:t>
            </a:r>
            <a:br>
              <a:rPr lang="en-US" sz="3400"/>
            </a:br>
            <a:endParaRPr lang="en-US" sz="34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18AA6-7DB3-DD39-87BC-A3A5902A91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/>
              <a:t>Group Members: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Muhammad Ahmad (22-CS-16)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Muhammad Dilawar Akram (22-CS-31</a:t>
            </a:r>
            <a:r>
              <a:rPr lang="en-US" altLang="en-US" sz="2000" dirty="0"/>
              <a:t>)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Muhammad Adil (22-CS-48)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/>
              <a:t>Supervisor: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Miss Asima Ismail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  <a:p>
            <a:pPr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09714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F3CFB-2C5A-FF0E-3069-78157BE1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E7AB539-35A2-160D-2D6B-780AC3A8B3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3174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634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830AD-E171-F5AB-506F-FF9376AD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Problem Background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987B0DA-4385-A28F-DC71-4A0F65C63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14363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924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BC98C-8E8E-D116-B86D-767ACFB3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AA99A11-091B-5790-09E0-8B5ED6B2B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8512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59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52F20-E430-EB7B-1104-3E962AC2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5600"/>
              <a:t>Proposed Solution (Overview)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2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5DAA083-36D9-4A3B-5B4A-308766E67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179740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627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CBD85-7679-0C12-1C88-34444F70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6200"/>
              <a:t>Why Multi-Modal Approach?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5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DAAB6C7-EE46-DA8D-3E06-C2A3974F8E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471413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636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72C79-FE2E-4C05-AED8-6BE52A39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System Workflow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02AED8E-717D-2824-65B4-5E10C7927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1523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65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F5CA0-833A-37DF-AD83-33B3D938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Facial Emotion Recognition</a:t>
            </a: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4648BC46-2CF7-17E5-3822-ECED178D0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3531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77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57AF5-72BD-4ED7-7904-0A804061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Speech Emotion Recognition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33B8E4-FA69-E038-643B-96CD3279A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21564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577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0B979-ABFF-AF69-DE4C-F3455E6F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AI Models &amp; Technologies Used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46362F4-2EED-0088-7500-8271C113F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0069496"/>
              </p:ext>
            </p:extLst>
          </p:nvPr>
        </p:nvGraphicFramePr>
        <p:xfrm>
          <a:off x="4581727" y="649480"/>
          <a:ext cx="302530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8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05DC9-48B1-F4D7-DD94-DC1D04E3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Existing Applications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6F68B8B-9420-894F-A53B-1BE76F04A2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8295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041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47522-3E2D-DAD1-B34E-5946049F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Comparison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0EB30-D1CF-2CEA-BB58-22B44F3A2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Existing Systems</a:t>
            </a:r>
            <a:endParaRPr lang="en-US" sz="2000"/>
          </a:p>
          <a:p>
            <a:r>
              <a:rPr lang="en-US" sz="2000"/>
              <a:t>Single modality</a:t>
            </a:r>
          </a:p>
          <a:p>
            <a:r>
              <a:rPr lang="en-US" sz="2000"/>
              <a:t>Paid and cloud-based</a:t>
            </a:r>
          </a:p>
          <a:p>
            <a:r>
              <a:rPr lang="en-US" sz="2000"/>
              <a:t>Limited flexibility</a:t>
            </a:r>
          </a:p>
          <a:p>
            <a:r>
              <a:rPr lang="en-US" sz="2000" b="1"/>
              <a:t>Our System</a:t>
            </a:r>
            <a:endParaRPr lang="en-US" sz="2000"/>
          </a:p>
          <a:p>
            <a:r>
              <a:rPr lang="en-US" sz="2000"/>
              <a:t>Multi-modal (face + voice)</a:t>
            </a:r>
          </a:p>
          <a:p>
            <a:r>
              <a:rPr lang="en-US" sz="2000"/>
              <a:t>Local and academic solution</a:t>
            </a:r>
          </a:p>
          <a:p>
            <a:r>
              <a:rPr lang="en-US" sz="2000"/>
              <a:t>Real-time emotion prediction</a:t>
            </a:r>
          </a:p>
          <a:p>
            <a:r>
              <a:rPr lang="en-US" sz="2000"/>
              <a:t>Cost-effective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1096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56AEA-5B5D-B046-7429-0AA8CFEC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Key Features of Our System</a:t>
            </a:r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25F8417C-B549-5263-3780-15690996F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1656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253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7AFFE-E415-3DF9-8594-F61B6393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Expected Results &amp; Applications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F24DB56-5D14-BE19-636C-84C618B1C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8804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1884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6C4C7-B1D3-26B5-C81C-425F3FB2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5CF938-91DD-4128-BDBA-6A0FAF907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98983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3183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418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Human Behaviour Predictor </vt:lpstr>
      <vt:lpstr>Introduction</vt:lpstr>
      <vt:lpstr>Problem Background</vt:lpstr>
      <vt:lpstr>Problem Statement</vt:lpstr>
      <vt:lpstr>Proposed Solution (Overview)</vt:lpstr>
      <vt:lpstr>Why Multi-Modal Approach?</vt:lpstr>
      <vt:lpstr>System Workflow</vt:lpstr>
      <vt:lpstr>Facial Emotion Recognition</vt:lpstr>
      <vt:lpstr>Speech Emotion Recognition</vt:lpstr>
      <vt:lpstr>AI Models &amp; Technologies Used</vt:lpstr>
      <vt:lpstr>Existing Applications</vt:lpstr>
      <vt:lpstr>Comparison Summary</vt:lpstr>
      <vt:lpstr>Key Features of Our System</vt:lpstr>
      <vt:lpstr>Expected Results &amp; 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ADIL</dc:creator>
  <cp:lastModifiedBy>MUHAMMAD ADIL</cp:lastModifiedBy>
  <cp:revision>5</cp:revision>
  <dcterms:created xsi:type="dcterms:W3CDTF">2026-02-02T17:28:27Z</dcterms:created>
  <dcterms:modified xsi:type="dcterms:W3CDTF">2026-02-03T07:17:33Z</dcterms:modified>
</cp:coreProperties>
</file>